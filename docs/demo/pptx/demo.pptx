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21" r:id="rId2"/>
    <p:sldId id="322" r:id="rId3"/>
    <p:sldId id="32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1F6"/>
    <a:srgbClr val="E2CBEB"/>
    <a:srgbClr val="E2CEED"/>
    <a:srgbClr val="E2C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B5487A-D09F-479D-878F-BC6C91DCB40A}" v="458" dt="2026-01-10T10:31:15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529" autoAdjust="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ên Lại" userId="8d336977291b393a" providerId="LiveId" clId="{DDCE6353-21F1-415A-A706-A0A3AC2A4FA1}"/>
    <pc:docChg chg="undo redo custSel addSld delSld modSld sldOrd modMainMaster">
      <pc:chgData name="Thiên Lại" userId="8d336977291b393a" providerId="LiveId" clId="{DDCE6353-21F1-415A-A706-A0A3AC2A4FA1}" dt="2026-01-10T10:34:11.104" v="9643" actId="1038"/>
      <pc:docMkLst>
        <pc:docMk/>
      </pc:docMkLst>
      <pc:sldChg chg="addSp delSp modSp add mod ord modTransition delAnim modAnim modShow">
        <pc:chgData name="Thiên Lại" userId="8d336977291b393a" providerId="LiveId" clId="{DDCE6353-21F1-415A-A706-A0A3AC2A4FA1}" dt="2026-01-10T09:32:04.069" v="8526"/>
        <pc:sldMkLst>
          <pc:docMk/>
          <pc:sldMk cId="0" sldId="256"/>
        </pc:sldMkLst>
        <pc:spChg chg="add mod topLvl">
          <ac:chgData name="Thiên Lại" userId="8d336977291b393a" providerId="LiveId" clId="{DDCE6353-21F1-415A-A706-A0A3AC2A4FA1}" dt="2026-01-10T05:57:56.818" v="4970" actId="20577"/>
          <ac:spMkLst>
            <pc:docMk/>
            <pc:sldMk cId="0" sldId="256"/>
            <ac:spMk id="2" creationId="{68849668-03CA-AA89-132D-6D322A65CA13}"/>
          </ac:spMkLst>
        </pc:spChg>
        <pc:spChg chg="add mod">
          <ac:chgData name="Thiên Lại" userId="8d336977291b393a" providerId="LiveId" clId="{DDCE6353-21F1-415A-A706-A0A3AC2A4FA1}" dt="2026-01-08T08:17:52.950" v="4812" actId="1076"/>
          <ac:spMkLst>
            <pc:docMk/>
            <pc:sldMk cId="0" sldId="256"/>
            <ac:spMk id="15" creationId="{094E793B-0E75-4F9A-DE6B-119E95A428B8}"/>
          </ac:spMkLst>
        </pc:spChg>
        <pc:spChg chg="mod">
          <ac:chgData name="Thiên Lại" userId="8d336977291b393a" providerId="LiveId" clId="{DDCE6353-21F1-415A-A706-A0A3AC2A4FA1}" dt="2026-01-08T08:17:47.121" v="4810"/>
          <ac:spMkLst>
            <pc:docMk/>
            <pc:sldMk cId="0" sldId="256"/>
            <ac:spMk id="18" creationId="{7D243AD1-4B2D-76D1-7917-DF86EB392D8B}"/>
          </ac:spMkLst>
        </pc:spChg>
        <pc:spChg chg="mod topLvl">
          <ac:chgData name="Thiên Lại" userId="8d336977291b393a" providerId="LiveId" clId="{DDCE6353-21F1-415A-A706-A0A3AC2A4FA1}" dt="2026-01-08T08:16:59.094" v="4802" actId="164"/>
          <ac:spMkLst>
            <pc:docMk/>
            <pc:sldMk cId="0" sldId="256"/>
            <ac:spMk id="182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10T06:05:24.883" v="5218" actId="14100"/>
          <ac:spMkLst>
            <pc:docMk/>
            <pc:sldMk cId="0" sldId="256"/>
            <ac:spMk id="183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08T08:16:59.094" v="4802" actId="164"/>
          <ac:spMkLst>
            <pc:docMk/>
            <pc:sldMk cId="0" sldId="256"/>
            <ac:spMk id="184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08T08:16:59.094" v="4802" actId="164"/>
          <ac:spMkLst>
            <pc:docMk/>
            <pc:sldMk cId="0" sldId="256"/>
            <ac:spMk id="185" creationId="{00000000-0000-0000-0000-000000000000}"/>
          </ac:spMkLst>
        </pc:spChg>
        <pc:grpChg chg="add mod">
          <ac:chgData name="Thiên Lại" userId="8d336977291b393a" providerId="LiveId" clId="{DDCE6353-21F1-415A-A706-A0A3AC2A4FA1}" dt="2026-01-08T08:16:59.094" v="4802" actId="164"/>
          <ac:grpSpMkLst>
            <pc:docMk/>
            <pc:sldMk cId="0" sldId="256"/>
            <ac:grpSpMk id="14" creationId="{DFB5174F-B9D6-5FC2-057B-7E1CEFAF6E31}"/>
          </ac:grpSpMkLst>
        </pc:grpChg>
        <pc:grpChg chg="add mod">
          <ac:chgData name="Thiên Lại" userId="8d336977291b393a" providerId="LiveId" clId="{DDCE6353-21F1-415A-A706-A0A3AC2A4FA1}" dt="2026-01-08T08:17:51.324" v="4811" actId="1076"/>
          <ac:grpSpMkLst>
            <pc:docMk/>
            <pc:sldMk cId="0" sldId="256"/>
            <ac:grpSpMk id="16" creationId="{AB73D94A-E3F0-7915-5A1E-744D379E8638}"/>
          </ac:grpSpMkLst>
        </pc:grpChg>
        <pc:picChg chg="add mod ord modCrop">
          <ac:chgData name="Thiên Lại" userId="8d336977291b393a" providerId="LiveId" clId="{DDCE6353-21F1-415A-A706-A0A3AC2A4FA1}" dt="2026-01-08T05:16:36.917" v="593" actId="1076"/>
          <ac:picMkLst>
            <pc:docMk/>
            <pc:sldMk cId="0" sldId="256"/>
            <ac:picMk id="9" creationId="{91F8BEBF-0765-95E8-9952-A20119C91FDE}"/>
          </ac:picMkLst>
        </pc:picChg>
        <pc:picChg chg="mod">
          <ac:chgData name="Thiên Lại" userId="8d336977291b393a" providerId="LiveId" clId="{DDCE6353-21F1-415A-A706-A0A3AC2A4FA1}" dt="2026-01-08T08:17:47.121" v="4810"/>
          <ac:picMkLst>
            <pc:docMk/>
            <pc:sldMk cId="0" sldId="256"/>
            <ac:picMk id="17" creationId="{53339129-E27B-9B29-FF93-BBEBB937481F}"/>
          </ac:picMkLst>
        </pc:picChg>
        <pc:picChg chg="mod">
          <ac:chgData name="Thiên Lại" userId="8d336977291b393a" providerId="LiveId" clId="{DDCE6353-21F1-415A-A706-A0A3AC2A4FA1}" dt="2026-01-08T08:17:47.121" v="4810"/>
          <ac:picMkLst>
            <pc:docMk/>
            <pc:sldMk cId="0" sldId="256"/>
            <ac:picMk id="19" creationId="{DB3EF312-39DC-C362-4826-D17BF289F1F4}"/>
          </ac:picMkLst>
        </pc:picChg>
      </pc:sldChg>
      <pc:sldChg chg="addSp delSp modSp add mod modTransition setBg">
        <pc:chgData name="Thiên Lại" userId="8d336977291b393a" providerId="LiveId" clId="{DDCE6353-21F1-415A-A706-A0A3AC2A4FA1}" dt="2026-01-10T10:00:03.605" v="8885" actId="14826"/>
        <pc:sldMkLst>
          <pc:docMk/>
          <pc:sldMk cId="0" sldId="257"/>
        </pc:sldMkLst>
        <pc:spChg chg="add mod">
          <ac:chgData name="Thiên Lại" userId="8d336977291b393a" providerId="LiveId" clId="{DDCE6353-21F1-415A-A706-A0A3AC2A4FA1}" dt="2026-01-08T08:16:20.012" v="4797" actId="164"/>
          <ac:spMkLst>
            <pc:docMk/>
            <pc:sldMk cId="0" sldId="257"/>
            <ac:spMk id="2" creationId="{37C7CCB4-0304-5B76-E7CF-54E0CEC03104}"/>
          </ac:spMkLst>
        </pc:spChg>
        <pc:grpChg chg="add mod">
          <ac:chgData name="Thiên Lại" userId="8d336977291b393a" providerId="LiveId" clId="{DDCE6353-21F1-415A-A706-A0A3AC2A4FA1}" dt="2026-01-08T08:16:20.012" v="4797" actId="164"/>
          <ac:grpSpMkLst>
            <pc:docMk/>
            <pc:sldMk cId="0" sldId="257"/>
            <ac:grpSpMk id="5" creationId="{B2E6E7EE-A68C-C86E-389D-21233FBEA98F}"/>
          </ac:grpSpMkLst>
        </pc:grpChg>
        <pc:grpChg chg="del mod">
          <ac:chgData name="Thiên Lại" userId="8d336977291b393a" providerId="LiveId" clId="{DDCE6353-21F1-415A-A706-A0A3AC2A4FA1}" dt="2026-01-10T06:27:28.125" v="5853" actId="478"/>
          <ac:grpSpMkLst>
            <pc:docMk/>
            <pc:sldMk cId="0" sldId="257"/>
            <ac:grpSpMk id="8" creationId="{B20CF121-EA84-043F-B900-947B6990DC2D}"/>
          </ac:grpSpMkLst>
        </pc:grpChg>
        <pc:picChg chg="add mod">
          <ac:chgData name="Thiên Lại" userId="8d336977291b393a" providerId="LiveId" clId="{DDCE6353-21F1-415A-A706-A0A3AC2A4FA1}" dt="2026-01-10T10:00:03.605" v="8885" actId="14826"/>
          <ac:picMkLst>
            <pc:docMk/>
            <pc:sldMk cId="0" sldId="257"/>
            <ac:picMk id="4" creationId="{B5DB9424-1396-614E-3C4E-2283E699C82F}"/>
          </ac:picMkLst>
        </pc:picChg>
        <pc:picChg chg="add del mod">
          <ac:chgData name="Thiên Lại" userId="8d336977291b393a" providerId="LiveId" clId="{DDCE6353-21F1-415A-A706-A0A3AC2A4FA1}" dt="2026-01-10T06:27:28.981" v="5854" actId="478"/>
          <ac:picMkLst>
            <pc:docMk/>
            <pc:sldMk cId="0" sldId="257"/>
            <ac:picMk id="6" creationId="{A6CA51FD-4463-0B17-14BB-0E84B083A9B4}"/>
          </ac:picMkLst>
        </pc:picChg>
        <pc:picChg chg="mod">
          <ac:chgData name="Thiên Lại" userId="8d336977291b393a" providerId="LiveId" clId="{DDCE6353-21F1-415A-A706-A0A3AC2A4FA1}" dt="2026-01-08T08:16:20.012" v="4797" actId="164"/>
          <ac:picMkLst>
            <pc:docMk/>
            <pc:sldMk cId="0" sldId="257"/>
            <ac:picMk id="192" creationId="{00000000-0000-0000-0000-000000000000}"/>
          </ac:picMkLst>
        </pc:picChg>
      </pc:sldChg>
      <pc:sldChg chg="addSp delSp modSp new mod modTransition modShow">
        <pc:chgData name="Thiên Lại" userId="8d336977291b393a" providerId="LiveId" clId="{DDCE6353-21F1-415A-A706-A0A3AC2A4FA1}" dt="2026-01-10T09:32:04.069" v="8526"/>
        <pc:sldMkLst>
          <pc:docMk/>
          <pc:sldMk cId="2733567707" sldId="260"/>
        </pc:sldMkLst>
        <pc:spChg chg="add mod">
          <ac:chgData name="Thiên Lại" userId="8d336977291b393a" providerId="LiveId" clId="{DDCE6353-21F1-415A-A706-A0A3AC2A4FA1}" dt="2026-01-02T09:35:08.458" v="134" actId="1076"/>
          <ac:spMkLst>
            <pc:docMk/>
            <pc:sldMk cId="2733567707" sldId="260"/>
            <ac:spMk id="6" creationId="{8CB17D4D-D845-6A1F-E900-F215C7E72D58}"/>
          </ac:spMkLst>
        </pc:spChg>
      </pc:sldChg>
      <pc:sldChg chg="modSp add mod modTransition modShow">
        <pc:chgData name="Thiên Lại" userId="8d336977291b393a" providerId="LiveId" clId="{DDCE6353-21F1-415A-A706-A0A3AC2A4FA1}" dt="2026-01-10T09:32:04.069" v="8526"/>
        <pc:sldMkLst>
          <pc:docMk/>
          <pc:sldMk cId="1976756448" sldId="261"/>
        </pc:sldMkLst>
        <pc:spChg chg="mod">
          <ac:chgData name="Thiên Lại" userId="8d336977291b393a" providerId="LiveId" clId="{DDCE6353-21F1-415A-A706-A0A3AC2A4FA1}" dt="2026-01-02T16:26:20.591" v="148" actId="1076"/>
          <ac:spMkLst>
            <pc:docMk/>
            <pc:sldMk cId="1976756448" sldId="261"/>
            <ac:spMk id="6" creationId="{FBFCF631-9252-EB77-AE0C-C847C93932E7}"/>
          </ac:spMkLst>
        </pc:spChg>
      </pc:sldChg>
      <pc:sldChg chg="modSp add mod ord modTransition modShow">
        <pc:chgData name="Thiên Lại" userId="8d336977291b393a" providerId="LiveId" clId="{DDCE6353-21F1-415A-A706-A0A3AC2A4FA1}" dt="2026-01-10T09:32:04.069" v="8526"/>
        <pc:sldMkLst>
          <pc:docMk/>
          <pc:sldMk cId="684818445" sldId="262"/>
        </pc:sldMkLst>
        <pc:spChg chg="mod">
          <ac:chgData name="Thiên Lại" userId="8d336977291b393a" providerId="LiveId" clId="{DDCE6353-21F1-415A-A706-A0A3AC2A4FA1}" dt="2026-01-02T16:46:46.988" v="160" actId="1076"/>
          <ac:spMkLst>
            <pc:docMk/>
            <pc:sldMk cId="684818445" sldId="262"/>
            <ac:spMk id="6" creationId="{22C4DC5B-4C61-A9C6-163E-A594D0DE094E}"/>
          </ac:spMkLst>
        </pc:spChg>
      </pc:sldChg>
      <pc:sldChg chg="modSp add mod modTransition modShow">
        <pc:chgData name="Thiên Lại" userId="8d336977291b393a" providerId="LiveId" clId="{DDCE6353-21F1-415A-A706-A0A3AC2A4FA1}" dt="2026-01-10T09:32:04.069" v="8526"/>
        <pc:sldMkLst>
          <pc:docMk/>
          <pc:sldMk cId="2191193520" sldId="263"/>
        </pc:sldMkLst>
        <pc:spChg chg="mod">
          <ac:chgData name="Thiên Lại" userId="8d336977291b393a" providerId="LiveId" clId="{DDCE6353-21F1-415A-A706-A0A3AC2A4FA1}" dt="2026-01-02T17:08:24.082" v="167" actId="1076"/>
          <ac:spMkLst>
            <pc:docMk/>
            <pc:sldMk cId="2191193520" sldId="263"/>
            <ac:spMk id="6" creationId="{2BF09B89-F9B1-DECA-B6C6-01487D37F345}"/>
          </ac:spMkLst>
        </pc:spChg>
      </pc:sldChg>
      <pc:sldChg chg="modSp add mod modTransition modShow">
        <pc:chgData name="Thiên Lại" userId="8d336977291b393a" providerId="LiveId" clId="{DDCE6353-21F1-415A-A706-A0A3AC2A4FA1}" dt="2026-01-10T09:32:04.069" v="8526"/>
        <pc:sldMkLst>
          <pc:docMk/>
          <pc:sldMk cId="448840841" sldId="264"/>
        </pc:sldMkLst>
        <pc:spChg chg="mod">
          <ac:chgData name="Thiên Lại" userId="8d336977291b393a" providerId="LiveId" clId="{DDCE6353-21F1-415A-A706-A0A3AC2A4FA1}" dt="2026-01-02T17:24:26.191" v="177" actId="1076"/>
          <ac:spMkLst>
            <pc:docMk/>
            <pc:sldMk cId="448840841" sldId="264"/>
            <ac:spMk id="6" creationId="{98A29487-9932-9F1E-C365-1470E8DBC2A1}"/>
          </ac:spMkLst>
        </pc:spChg>
      </pc:sldChg>
      <pc:sldChg chg="addSp delSp modSp add mod modTransition setBg modShow">
        <pc:chgData name="Thiên Lại" userId="8d336977291b393a" providerId="LiveId" clId="{DDCE6353-21F1-415A-A706-A0A3AC2A4FA1}" dt="2026-01-10T09:32:04.069" v="8526"/>
        <pc:sldMkLst>
          <pc:docMk/>
          <pc:sldMk cId="1947514769" sldId="265"/>
        </pc:sldMkLst>
        <pc:spChg chg="add mod">
          <ac:chgData name="Thiên Lại" userId="8d336977291b393a" providerId="LiveId" clId="{DDCE6353-21F1-415A-A706-A0A3AC2A4FA1}" dt="2026-01-06T13:12:31.312" v="216" actId="1076"/>
          <ac:spMkLst>
            <pc:docMk/>
            <pc:sldMk cId="1947514769" sldId="265"/>
            <ac:spMk id="3" creationId="{96F4E35D-7659-AE4E-A7C9-E774CFA2F9F6}"/>
          </ac:spMkLst>
        </pc:spChg>
        <pc:spChg chg="mod">
          <ac:chgData name="Thiên Lại" userId="8d336977291b393a" providerId="LiveId" clId="{DDCE6353-21F1-415A-A706-A0A3AC2A4FA1}" dt="2026-01-06T13:12:03.637" v="210" actId="164"/>
          <ac:spMkLst>
            <pc:docMk/>
            <pc:sldMk cId="1947514769" sldId="265"/>
            <ac:spMk id="6" creationId="{953191C9-5F88-137E-A9D6-871642E0559B}"/>
          </ac:spMkLst>
        </pc:spChg>
        <pc:spChg chg="add">
          <ac:chgData name="Thiên Lại" userId="8d336977291b393a" providerId="LiveId" clId="{DDCE6353-21F1-415A-A706-A0A3AC2A4FA1}" dt="2026-01-06T13:12:46.647" v="217" actId="26606"/>
          <ac:spMkLst>
            <pc:docMk/>
            <pc:sldMk cId="1947514769" sldId="265"/>
            <ac:spMk id="11" creationId="{F3060C83-F051-4F0E-ABAD-AA0DFC48B218}"/>
          </ac:spMkLst>
        </pc:spChg>
        <pc:spChg chg="add">
          <ac:chgData name="Thiên Lại" userId="8d336977291b393a" providerId="LiveId" clId="{DDCE6353-21F1-415A-A706-A0A3AC2A4FA1}" dt="2026-01-06T13:12:46.647" v="217" actId="26606"/>
          <ac:spMkLst>
            <pc:docMk/>
            <pc:sldMk cId="1947514769" sldId="265"/>
            <ac:spMk id="13" creationId="{83C98ABE-055B-441F-B07E-44F97F083C39}"/>
          </ac:spMkLst>
        </pc:spChg>
        <pc:spChg chg="add">
          <ac:chgData name="Thiên Lại" userId="8d336977291b393a" providerId="LiveId" clId="{DDCE6353-21F1-415A-A706-A0A3AC2A4FA1}" dt="2026-01-06T13:12:46.647" v="217" actId="26606"/>
          <ac:spMkLst>
            <pc:docMk/>
            <pc:sldMk cId="1947514769" sldId="265"/>
            <ac:spMk id="15" creationId="{29FDB030-9B49-4CED-8CCD-4D99382388AC}"/>
          </ac:spMkLst>
        </pc:spChg>
        <pc:spChg chg="add">
          <ac:chgData name="Thiên Lại" userId="8d336977291b393a" providerId="LiveId" clId="{DDCE6353-21F1-415A-A706-A0A3AC2A4FA1}" dt="2026-01-06T13:12:46.647" v="217" actId="26606"/>
          <ac:spMkLst>
            <pc:docMk/>
            <pc:sldMk cId="1947514769" sldId="265"/>
            <ac:spMk id="17" creationId="{3783CA14-24A1-485C-8B30-D6A5D87987AD}"/>
          </ac:spMkLst>
        </pc:spChg>
        <pc:spChg chg="add">
          <ac:chgData name="Thiên Lại" userId="8d336977291b393a" providerId="LiveId" clId="{DDCE6353-21F1-415A-A706-A0A3AC2A4FA1}" dt="2026-01-06T13:12:46.647" v="217" actId="26606"/>
          <ac:spMkLst>
            <pc:docMk/>
            <pc:sldMk cId="1947514769" sldId="265"/>
            <ac:spMk id="19" creationId="{9A97C86A-04D6-40F7-AE84-31AB43E6A846}"/>
          </ac:spMkLst>
        </pc:spChg>
        <pc:spChg chg="add">
          <ac:chgData name="Thiên Lại" userId="8d336977291b393a" providerId="LiveId" clId="{DDCE6353-21F1-415A-A706-A0A3AC2A4FA1}" dt="2026-01-06T13:12:46.647" v="217" actId="26606"/>
          <ac:spMkLst>
            <pc:docMk/>
            <pc:sldMk cId="1947514769" sldId="265"/>
            <ac:spMk id="21" creationId="{FF9F2414-84E8-453E-B1F3-389FDE8192D9}"/>
          </ac:spMkLst>
        </pc:spChg>
        <pc:spChg chg="add">
          <ac:chgData name="Thiên Lại" userId="8d336977291b393a" providerId="LiveId" clId="{DDCE6353-21F1-415A-A706-A0A3AC2A4FA1}" dt="2026-01-06T13:12:46.647" v="217" actId="26606"/>
          <ac:spMkLst>
            <pc:docMk/>
            <pc:sldMk cId="1947514769" sldId="265"/>
            <ac:spMk id="23" creationId="{3ECA69A1-7536-43AC-85EF-C7106179F5ED}"/>
          </ac:spMkLst>
        </pc:spChg>
        <pc:grpChg chg="add mod">
          <ac:chgData name="Thiên Lại" userId="8d336977291b393a" providerId="LiveId" clId="{DDCE6353-21F1-415A-A706-A0A3AC2A4FA1}" dt="2026-01-06T13:12:46.647" v="217" actId="26606"/>
          <ac:grpSpMkLst>
            <pc:docMk/>
            <pc:sldMk cId="1947514769" sldId="265"/>
            <ac:grpSpMk id="4" creationId="{1EAC21F5-17D5-5DCF-8A43-CC61DA9E7CE6}"/>
          </ac:grpSpMkLst>
        </pc:grpChg>
      </pc:sldChg>
      <pc:sldChg chg="addSp delSp modSp add mod ord modTransition">
        <pc:chgData name="Thiên Lại" userId="8d336977291b393a" providerId="LiveId" clId="{DDCE6353-21F1-415A-A706-A0A3AC2A4FA1}" dt="2026-01-10T10:34:11.104" v="9643" actId="1038"/>
        <pc:sldMkLst>
          <pc:docMk/>
          <pc:sldMk cId="0" sldId="266"/>
        </pc:sldMkLst>
        <pc:spChg chg="mod">
          <ac:chgData name="Thiên Lại" userId="8d336977291b393a" providerId="LiveId" clId="{DDCE6353-21F1-415A-A706-A0A3AC2A4FA1}" dt="2026-01-08T07:34:20.739" v="4353"/>
          <ac:spMkLst>
            <pc:docMk/>
            <pc:sldMk cId="0" sldId="266"/>
            <ac:spMk id="23" creationId="{B20E150F-6F19-8487-CD89-7C23E02D8513}"/>
          </ac:spMkLst>
        </pc:spChg>
        <pc:spChg chg="add mod">
          <ac:chgData name="Thiên Lại" userId="8d336977291b393a" providerId="LiveId" clId="{DDCE6353-21F1-415A-A706-A0A3AC2A4FA1}" dt="2026-01-08T07:56:10.113" v="4613" actId="14100"/>
          <ac:spMkLst>
            <pc:docMk/>
            <pc:sldMk cId="0" sldId="266"/>
            <ac:spMk id="32" creationId="{7F8EACC4-6443-02E8-3A66-31EDE77A9190}"/>
          </ac:spMkLst>
        </pc:spChg>
        <pc:spChg chg="add mod">
          <ac:chgData name="Thiên Lại" userId="8d336977291b393a" providerId="LiveId" clId="{DDCE6353-21F1-415A-A706-A0A3AC2A4FA1}" dt="2026-01-10T10:32:43.137" v="9632" actId="20577"/>
          <ac:spMkLst>
            <pc:docMk/>
            <pc:sldMk cId="0" sldId="266"/>
            <ac:spMk id="34" creationId="{34E92E0B-C8F7-9020-044F-504D710C3081}"/>
          </ac:spMkLst>
        </pc:spChg>
        <pc:spChg chg="mod">
          <ac:chgData name="Thiên Lại" userId="8d336977291b393a" providerId="LiveId" clId="{DDCE6353-21F1-415A-A706-A0A3AC2A4FA1}" dt="2026-01-10T10:23:53.638" v="9456" actId="20577"/>
          <ac:spMkLst>
            <pc:docMk/>
            <pc:sldMk cId="0" sldId="266"/>
            <ac:spMk id="345" creationId="{00000000-0000-0000-0000-000000000000}"/>
          </ac:spMkLst>
        </pc:spChg>
        <pc:spChg chg="mod">
          <ac:chgData name="Thiên Lại" userId="8d336977291b393a" providerId="LiveId" clId="{DDCE6353-21F1-415A-A706-A0A3AC2A4FA1}" dt="2026-01-10T10:22:20.621" v="9356" actId="207"/>
          <ac:spMkLst>
            <pc:docMk/>
            <pc:sldMk cId="0" sldId="266"/>
            <ac:spMk id="346" creationId="{00000000-0000-0000-0000-000000000000}"/>
          </ac:spMkLst>
        </pc:spChg>
        <pc:spChg chg="mod">
          <ac:chgData name="Thiên Lại" userId="8d336977291b393a" providerId="LiveId" clId="{DDCE6353-21F1-415A-A706-A0A3AC2A4FA1}" dt="2026-01-10T10:23:18.770" v="9368" actId="2711"/>
          <ac:spMkLst>
            <pc:docMk/>
            <pc:sldMk cId="0" sldId="266"/>
            <ac:spMk id="347" creationId="{00000000-0000-0000-0000-000000000000}"/>
          </ac:spMkLst>
        </pc:spChg>
        <pc:spChg chg="ord">
          <ac:chgData name="Thiên Lại" userId="8d336977291b393a" providerId="LiveId" clId="{DDCE6353-21F1-415A-A706-A0A3AC2A4FA1}" dt="2026-01-08T07:19:25.162" v="4329" actId="167"/>
          <ac:spMkLst>
            <pc:docMk/>
            <pc:sldMk cId="0" sldId="266"/>
            <ac:spMk id="348" creationId="{00000000-0000-0000-0000-000000000000}"/>
          </ac:spMkLst>
        </pc:spChg>
        <pc:spChg chg="mod">
          <ac:chgData name="Thiên Lại" userId="8d336977291b393a" providerId="LiveId" clId="{DDCE6353-21F1-415A-A706-A0A3AC2A4FA1}" dt="2026-01-10T10:25:19.352" v="9485" actId="113"/>
          <ac:spMkLst>
            <pc:docMk/>
            <pc:sldMk cId="0" sldId="266"/>
            <ac:spMk id="349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08T07:03:37.085" v="4067" actId="165"/>
          <ac:spMkLst>
            <pc:docMk/>
            <pc:sldMk cId="0" sldId="266"/>
            <ac:spMk id="352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08T07:46:50.165" v="4427" actId="123"/>
          <ac:spMkLst>
            <pc:docMk/>
            <pc:sldMk cId="0" sldId="266"/>
            <ac:spMk id="353" creationId="{00000000-0000-0000-0000-000000000000}"/>
          </ac:spMkLst>
        </pc:spChg>
        <pc:spChg chg="mod">
          <ac:chgData name="Thiên Lại" userId="8d336977291b393a" providerId="LiveId" clId="{DDCE6353-21F1-415A-A706-A0A3AC2A4FA1}" dt="2026-01-08T07:09:31.257" v="4179" actId="1076"/>
          <ac:spMkLst>
            <pc:docMk/>
            <pc:sldMk cId="0" sldId="266"/>
            <ac:spMk id="357" creationId="{00000000-0000-0000-0000-000000000000}"/>
          </ac:spMkLst>
        </pc:spChg>
        <pc:spChg chg="mod">
          <ac:chgData name="Thiên Lại" userId="8d336977291b393a" providerId="LiveId" clId="{DDCE6353-21F1-415A-A706-A0A3AC2A4FA1}" dt="2026-01-10T10:32:06.774" v="9630" actId="122"/>
          <ac:spMkLst>
            <pc:docMk/>
            <pc:sldMk cId="0" sldId="266"/>
            <ac:spMk id="358" creationId="{00000000-0000-0000-0000-000000000000}"/>
          </ac:spMkLst>
        </pc:spChg>
        <pc:spChg chg="mod">
          <ac:chgData name="Thiên Lại" userId="8d336977291b393a" providerId="LiveId" clId="{DDCE6353-21F1-415A-A706-A0A3AC2A4FA1}" dt="2026-01-10T10:28:03.477" v="9571" actId="20577"/>
          <ac:spMkLst>
            <pc:docMk/>
            <pc:sldMk cId="0" sldId="266"/>
            <ac:spMk id="363" creationId="{00000000-0000-0000-0000-000000000000}"/>
          </ac:spMkLst>
        </pc:spChg>
        <pc:spChg chg="mod">
          <ac:chgData name="Thiên Lại" userId="8d336977291b393a" providerId="LiveId" clId="{DDCE6353-21F1-415A-A706-A0A3AC2A4FA1}" dt="2026-01-08T07:46:03.726" v="4425" actId="1076"/>
          <ac:spMkLst>
            <pc:docMk/>
            <pc:sldMk cId="0" sldId="266"/>
            <ac:spMk id="366" creationId="{00000000-0000-0000-0000-000000000000}"/>
          </ac:spMkLst>
        </pc:spChg>
        <pc:spChg chg="mod">
          <ac:chgData name="Thiên Lại" userId="8d336977291b393a" providerId="LiveId" clId="{DDCE6353-21F1-415A-A706-A0A3AC2A4FA1}" dt="2026-01-08T07:45:26.876" v="4417" actId="165"/>
          <ac:spMkLst>
            <pc:docMk/>
            <pc:sldMk cId="0" sldId="266"/>
            <ac:spMk id="372" creationId="{00000000-0000-0000-0000-000000000000}"/>
          </ac:spMkLst>
        </pc:spChg>
        <pc:spChg chg="mod ord">
          <ac:chgData name="Thiên Lại" userId="8d336977291b393a" providerId="LiveId" clId="{DDCE6353-21F1-415A-A706-A0A3AC2A4FA1}" dt="2026-01-08T07:45:52.051" v="4424" actId="1076"/>
          <ac:spMkLst>
            <pc:docMk/>
            <pc:sldMk cId="0" sldId="266"/>
            <ac:spMk id="376" creationId="{00000000-0000-0000-0000-000000000000}"/>
          </ac:spMkLst>
        </pc:spChg>
        <pc:spChg chg="mod">
          <ac:chgData name="Thiên Lại" userId="8d336977291b393a" providerId="LiveId" clId="{DDCE6353-21F1-415A-A706-A0A3AC2A4FA1}" dt="2026-01-10T10:23:14.929" v="9367" actId="1076"/>
          <ac:spMkLst>
            <pc:docMk/>
            <pc:sldMk cId="0" sldId="266"/>
            <ac:spMk id="379" creationId="{00000000-0000-0000-0000-000000000000}"/>
          </ac:spMkLst>
        </pc:spChg>
        <pc:spChg chg="mod">
          <ac:chgData name="Thiên Lại" userId="8d336977291b393a" providerId="LiveId" clId="{DDCE6353-21F1-415A-A706-A0A3AC2A4FA1}" dt="2026-01-10T10:19:09.344" v="9295" actId="20577"/>
          <ac:spMkLst>
            <pc:docMk/>
            <pc:sldMk cId="0" sldId="266"/>
            <ac:spMk id="380" creationId="{00000000-0000-0000-0000-000000000000}"/>
          </ac:spMkLst>
        </pc:spChg>
        <pc:grpChg chg="add mod">
          <ac:chgData name="Thiên Lại" userId="8d336977291b393a" providerId="LiveId" clId="{DDCE6353-21F1-415A-A706-A0A3AC2A4FA1}" dt="2026-01-08T08:27:31.995" v="4906" actId="1076"/>
          <ac:grpSpMkLst>
            <pc:docMk/>
            <pc:sldMk cId="0" sldId="266"/>
            <ac:grpSpMk id="22" creationId="{F677D367-A41F-4A0D-6D5A-D6D4CC0E1507}"/>
          </ac:grpSpMkLst>
        </pc:grpChg>
        <pc:grpChg chg="add mod topLvl">
          <ac:chgData name="Thiên Lại" userId="8d336977291b393a" providerId="LiveId" clId="{DDCE6353-21F1-415A-A706-A0A3AC2A4FA1}" dt="2026-01-08T07:45:26.876" v="4417" actId="165"/>
          <ac:grpSpMkLst>
            <pc:docMk/>
            <pc:sldMk cId="0" sldId="266"/>
            <ac:grpSpMk id="29" creationId="{A7685B70-0EAA-B7C5-1B0B-FA560FC317CC}"/>
          </ac:grpSpMkLst>
        </pc:grpChg>
        <pc:grpChg chg="add del mod">
          <ac:chgData name="Thiên Lại" userId="8d336977291b393a" providerId="LiveId" clId="{DDCE6353-21F1-415A-A706-A0A3AC2A4FA1}" dt="2026-01-08T07:45:26.876" v="4417" actId="165"/>
          <ac:grpSpMkLst>
            <pc:docMk/>
            <pc:sldMk cId="0" sldId="266"/>
            <ac:grpSpMk id="30" creationId="{938F9F6A-2E8F-5A0E-A7D7-18BC1E4E3865}"/>
          </ac:grpSpMkLst>
        </pc:grpChg>
        <pc:picChg chg="add mod">
          <ac:chgData name="Thiên Lại" userId="8d336977291b393a" providerId="LiveId" clId="{DDCE6353-21F1-415A-A706-A0A3AC2A4FA1}" dt="2026-01-10T10:34:11.104" v="9643" actId="1038"/>
          <ac:picMkLst>
            <pc:docMk/>
            <pc:sldMk cId="0" sldId="266"/>
            <ac:picMk id="10" creationId="{9A1B056C-F0AA-0719-0662-5F172FB8C2AD}"/>
          </ac:picMkLst>
        </pc:picChg>
        <pc:picChg chg="add del mod">
          <ac:chgData name="Thiên Lại" userId="8d336977291b393a" providerId="LiveId" clId="{DDCE6353-21F1-415A-A706-A0A3AC2A4FA1}" dt="2026-01-08T07:36:25.583" v="4377" actId="478"/>
          <ac:picMkLst>
            <pc:docMk/>
            <pc:sldMk cId="0" sldId="266"/>
            <ac:picMk id="12" creationId="{0FBEBEBC-795E-B308-EF4E-F7C777623DEE}"/>
          </ac:picMkLst>
        </pc:picChg>
        <pc:picChg chg="add del mod modCrop">
          <ac:chgData name="Thiên Lại" userId="8d336977291b393a" providerId="LiveId" clId="{DDCE6353-21F1-415A-A706-A0A3AC2A4FA1}" dt="2026-01-08T07:36:25.895" v="4378" actId="478"/>
          <ac:picMkLst>
            <pc:docMk/>
            <pc:sldMk cId="0" sldId="266"/>
            <ac:picMk id="14" creationId="{184B089F-DB26-5F10-5443-0AE02B20659D}"/>
          </ac:picMkLst>
        </pc:picChg>
        <pc:picChg chg="mod">
          <ac:chgData name="Thiên Lại" userId="8d336977291b393a" providerId="LiveId" clId="{DDCE6353-21F1-415A-A706-A0A3AC2A4FA1}" dt="2026-01-08T07:34:24.661" v="4355" actId="14100"/>
          <ac:picMkLst>
            <pc:docMk/>
            <pc:sldMk cId="0" sldId="266"/>
            <ac:picMk id="24" creationId="{6E76E494-778C-660C-0A26-EF1998EE8783}"/>
          </ac:picMkLst>
        </pc:picChg>
        <pc:picChg chg="add mod modCrop">
          <ac:chgData name="Thiên Lại" userId="8d336977291b393a" providerId="LiveId" clId="{DDCE6353-21F1-415A-A706-A0A3AC2A4FA1}" dt="2026-01-08T07:46:03.726" v="4425" actId="1076"/>
          <ac:picMkLst>
            <pc:docMk/>
            <pc:sldMk cId="0" sldId="266"/>
            <ac:picMk id="28" creationId="{86197E30-2F46-BBBD-289B-77DAB6E6431B}"/>
          </ac:picMkLst>
        </pc:picChg>
        <pc:picChg chg="mod">
          <ac:chgData name="Thiên Lại" userId="8d336977291b393a" providerId="LiveId" clId="{DDCE6353-21F1-415A-A706-A0A3AC2A4FA1}" dt="2026-01-08T07:14:19.887" v="4293" actId="14826"/>
          <ac:picMkLst>
            <pc:docMk/>
            <pc:sldMk cId="0" sldId="266"/>
            <ac:picMk id="344" creationId="{00000000-0000-0000-0000-000000000000}"/>
          </ac:picMkLst>
        </pc:picChg>
        <pc:picChg chg="mod">
          <ac:chgData name="Thiên Lại" userId="8d336977291b393a" providerId="LiveId" clId="{DDCE6353-21F1-415A-A706-A0A3AC2A4FA1}" dt="2026-01-08T07:51:34.131" v="4505" actId="1076"/>
          <ac:picMkLst>
            <pc:docMk/>
            <pc:sldMk cId="0" sldId="266"/>
            <ac:picMk id="364" creationId="{00000000-0000-0000-0000-000000000000}"/>
          </ac:picMkLst>
        </pc:picChg>
        <pc:picChg chg="mod">
          <ac:chgData name="Thiên Lại" userId="8d336977291b393a" providerId="LiveId" clId="{DDCE6353-21F1-415A-A706-A0A3AC2A4FA1}" dt="2026-01-08T07:51:34.131" v="4505" actId="1076"/>
          <ac:picMkLst>
            <pc:docMk/>
            <pc:sldMk cId="0" sldId="266"/>
            <ac:picMk id="365" creationId="{00000000-0000-0000-0000-000000000000}"/>
          </ac:picMkLst>
        </pc:picChg>
        <pc:picChg chg="mod">
          <ac:chgData name="Thiên Lại" userId="8d336977291b393a" providerId="LiveId" clId="{DDCE6353-21F1-415A-A706-A0A3AC2A4FA1}" dt="2026-01-08T07:47:50.693" v="4430" actId="14826"/>
          <ac:picMkLst>
            <pc:docMk/>
            <pc:sldMk cId="0" sldId="266"/>
            <ac:picMk id="368" creationId="{00000000-0000-0000-0000-000000000000}"/>
          </ac:picMkLst>
        </pc:picChg>
        <pc:picChg chg="mod ord topLvl">
          <ac:chgData name="Thiên Lại" userId="8d336977291b393a" providerId="LiveId" clId="{DDCE6353-21F1-415A-A706-A0A3AC2A4FA1}" dt="2026-01-08T07:45:26.876" v="4417" actId="165"/>
          <ac:picMkLst>
            <pc:docMk/>
            <pc:sldMk cId="0" sldId="266"/>
            <ac:picMk id="370" creationId="{00000000-0000-0000-0000-000000000000}"/>
          </ac:picMkLst>
        </pc:picChg>
        <pc:picChg chg="mod topLvl">
          <ac:chgData name="Thiên Lại" userId="8d336977291b393a" providerId="LiveId" clId="{DDCE6353-21F1-415A-A706-A0A3AC2A4FA1}" dt="2026-01-08T07:45:26.876" v="4417" actId="165"/>
          <ac:picMkLst>
            <pc:docMk/>
            <pc:sldMk cId="0" sldId="266"/>
            <ac:picMk id="371" creationId="{00000000-0000-0000-0000-000000000000}"/>
          </ac:picMkLst>
        </pc:picChg>
        <pc:picChg chg="mod">
          <ac:chgData name="Thiên Lại" userId="8d336977291b393a" providerId="LiveId" clId="{DDCE6353-21F1-415A-A706-A0A3AC2A4FA1}" dt="2026-01-08T07:45:26.876" v="4417" actId="165"/>
          <ac:picMkLst>
            <pc:docMk/>
            <pc:sldMk cId="0" sldId="266"/>
            <ac:picMk id="373" creationId="{00000000-0000-0000-0000-000000000000}"/>
          </ac:picMkLst>
        </pc:picChg>
        <pc:picChg chg="mod modCrop">
          <ac:chgData name="Thiên Lại" userId="8d336977291b393a" providerId="LiveId" clId="{DDCE6353-21F1-415A-A706-A0A3AC2A4FA1}" dt="2026-01-10T10:18:40.803" v="9264" actId="18131"/>
          <ac:picMkLst>
            <pc:docMk/>
            <pc:sldMk cId="0" sldId="266"/>
            <ac:picMk id="374" creationId="{00000000-0000-0000-0000-000000000000}"/>
          </ac:picMkLst>
        </pc:picChg>
        <pc:picChg chg="mod ord">
          <ac:chgData name="Thiên Lại" userId="8d336977291b393a" providerId="LiveId" clId="{DDCE6353-21F1-415A-A706-A0A3AC2A4FA1}" dt="2026-01-08T07:45:52.051" v="4424" actId="1076"/>
          <ac:picMkLst>
            <pc:docMk/>
            <pc:sldMk cId="0" sldId="266"/>
            <ac:picMk id="377" creationId="{00000000-0000-0000-0000-000000000000}"/>
          </ac:picMkLst>
        </pc:picChg>
        <pc:picChg chg="mod ord">
          <ac:chgData name="Thiên Lại" userId="8d336977291b393a" providerId="LiveId" clId="{DDCE6353-21F1-415A-A706-A0A3AC2A4FA1}" dt="2026-01-08T07:45:52.051" v="4424" actId="1076"/>
          <ac:picMkLst>
            <pc:docMk/>
            <pc:sldMk cId="0" sldId="266"/>
            <ac:picMk id="378" creationId="{00000000-0000-0000-0000-000000000000}"/>
          </ac:picMkLst>
        </pc:picChg>
      </pc:sldChg>
      <pc:sldChg chg="delSp modSp add mod ord modTransition modShow">
        <pc:chgData name="Thiên Lại" userId="8d336977291b393a" providerId="LiveId" clId="{DDCE6353-21F1-415A-A706-A0A3AC2A4FA1}" dt="2026-01-10T09:32:04.069" v="8526"/>
        <pc:sldMkLst>
          <pc:docMk/>
          <pc:sldMk cId="0" sldId="268"/>
        </pc:sldMkLst>
        <pc:spChg chg="mod">
          <ac:chgData name="Thiên Lại" userId="8d336977291b393a" providerId="LiveId" clId="{DDCE6353-21F1-415A-A706-A0A3AC2A4FA1}" dt="2026-01-08T04:31:46.331" v="407" actId="207"/>
          <ac:spMkLst>
            <pc:docMk/>
            <pc:sldMk cId="0" sldId="268"/>
            <ac:spMk id="422" creationId="{00000000-0000-0000-0000-000000000000}"/>
          </ac:spMkLst>
        </pc:spChg>
        <pc:spChg chg="mod">
          <ac:chgData name="Thiên Lại" userId="8d336977291b393a" providerId="LiveId" clId="{DDCE6353-21F1-415A-A706-A0A3AC2A4FA1}" dt="2026-01-08T04:31:35.989" v="376" actId="1076"/>
          <ac:spMkLst>
            <pc:docMk/>
            <pc:sldMk cId="0" sldId="268"/>
            <ac:spMk id="423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08T04:31:30.878" v="374" actId="1076"/>
          <ac:spMkLst>
            <pc:docMk/>
            <pc:sldMk cId="0" sldId="268"/>
            <ac:spMk id="424" creationId="{00000000-0000-0000-0000-000000000000}"/>
          </ac:spMkLst>
        </pc:spChg>
        <pc:spChg chg="mod">
          <ac:chgData name="Thiên Lại" userId="8d336977291b393a" providerId="LiveId" clId="{DDCE6353-21F1-415A-A706-A0A3AC2A4FA1}" dt="2026-01-08T04:31:30.878" v="374" actId="1076"/>
          <ac:spMkLst>
            <pc:docMk/>
            <pc:sldMk cId="0" sldId="268"/>
            <ac:spMk id="425" creationId="{00000000-0000-0000-0000-000000000000}"/>
          </ac:spMkLst>
        </pc:spChg>
        <pc:spChg chg="mod">
          <ac:chgData name="Thiên Lại" userId="8d336977291b393a" providerId="LiveId" clId="{DDCE6353-21F1-415A-A706-A0A3AC2A4FA1}" dt="2026-01-10T06:19:22.214" v="5790" actId="20577"/>
          <ac:spMkLst>
            <pc:docMk/>
            <pc:sldMk cId="0" sldId="268"/>
            <ac:spMk id="426" creationId="{00000000-0000-0000-0000-000000000000}"/>
          </ac:spMkLst>
        </pc:spChg>
        <pc:spChg chg="mod">
          <ac:chgData name="Thiên Lại" userId="8d336977291b393a" providerId="LiveId" clId="{DDCE6353-21F1-415A-A706-A0A3AC2A4FA1}" dt="2026-01-08T04:31:30.878" v="374" actId="1076"/>
          <ac:spMkLst>
            <pc:docMk/>
            <pc:sldMk cId="0" sldId="268"/>
            <ac:spMk id="427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08T04:31:30.878" v="374" actId="1076"/>
          <ac:spMkLst>
            <pc:docMk/>
            <pc:sldMk cId="0" sldId="268"/>
            <ac:spMk id="429" creationId="{00000000-0000-0000-0000-000000000000}"/>
          </ac:spMkLst>
        </pc:spChg>
        <pc:spChg chg="mod">
          <ac:chgData name="Thiên Lại" userId="8d336977291b393a" providerId="LiveId" clId="{DDCE6353-21F1-415A-A706-A0A3AC2A4FA1}" dt="2026-01-10T06:18:02.744" v="5774" actId="20577"/>
          <ac:spMkLst>
            <pc:docMk/>
            <pc:sldMk cId="0" sldId="268"/>
            <ac:spMk id="430" creationId="{00000000-0000-0000-0000-000000000000}"/>
          </ac:spMkLst>
        </pc:spChg>
        <pc:spChg chg="mod">
          <ac:chgData name="Thiên Lại" userId="8d336977291b393a" providerId="LiveId" clId="{DDCE6353-21F1-415A-A706-A0A3AC2A4FA1}" dt="2026-01-08T04:32:15.103" v="414" actId="255"/>
          <ac:spMkLst>
            <pc:docMk/>
            <pc:sldMk cId="0" sldId="268"/>
            <ac:spMk id="431" creationId="{00000000-0000-0000-0000-000000000000}"/>
          </ac:spMkLst>
        </pc:spChg>
        <pc:spChg chg="mod">
          <ac:chgData name="Thiên Lại" userId="8d336977291b393a" providerId="LiveId" clId="{DDCE6353-21F1-415A-A706-A0A3AC2A4FA1}" dt="2026-01-08T04:31:23.235" v="373" actId="1076"/>
          <ac:spMkLst>
            <pc:docMk/>
            <pc:sldMk cId="0" sldId="268"/>
            <ac:spMk id="432" creationId="{00000000-0000-0000-0000-000000000000}"/>
          </ac:spMkLst>
        </pc:spChg>
        <pc:spChg chg="mod">
          <ac:chgData name="Thiên Lại" userId="8d336977291b393a" providerId="LiveId" clId="{DDCE6353-21F1-415A-A706-A0A3AC2A4FA1}" dt="2026-01-08T04:31:30.878" v="374" actId="1076"/>
          <ac:spMkLst>
            <pc:docMk/>
            <pc:sldMk cId="0" sldId="268"/>
            <ac:spMk id="433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10T06:19:50.095" v="5795" actId="20577"/>
          <ac:spMkLst>
            <pc:docMk/>
            <pc:sldMk cId="0" sldId="268"/>
            <ac:spMk id="434" creationId="{00000000-0000-0000-0000-000000000000}"/>
          </ac:spMkLst>
        </pc:spChg>
        <pc:spChg chg="mod">
          <ac:chgData name="Thiên Lại" userId="8d336977291b393a" providerId="LiveId" clId="{DDCE6353-21F1-415A-A706-A0A3AC2A4FA1}" dt="2026-01-08T04:31:23.235" v="373" actId="1076"/>
          <ac:spMkLst>
            <pc:docMk/>
            <pc:sldMk cId="0" sldId="268"/>
            <ac:spMk id="435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08T04:31:23.235" v="373" actId="1076"/>
          <ac:spMkLst>
            <pc:docMk/>
            <pc:sldMk cId="0" sldId="268"/>
            <ac:spMk id="436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08T05:24:24.582" v="781" actId="207"/>
          <ac:spMkLst>
            <pc:docMk/>
            <pc:sldMk cId="0" sldId="268"/>
            <ac:spMk id="437" creationId="{00000000-0000-0000-0000-000000000000}"/>
          </ac:spMkLst>
        </pc:spChg>
        <pc:spChg chg="mod">
          <ac:chgData name="Thiên Lại" userId="8d336977291b393a" providerId="LiveId" clId="{DDCE6353-21F1-415A-A706-A0A3AC2A4FA1}" dt="2026-01-10T06:20:12.815" v="5803" actId="20577"/>
          <ac:spMkLst>
            <pc:docMk/>
            <pc:sldMk cId="0" sldId="268"/>
            <ac:spMk id="438" creationId="{00000000-0000-0000-0000-000000000000}"/>
          </ac:spMkLst>
        </pc:spChg>
        <pc:spChg chg="mod">
          <ac:chgData name="Thiên Lại" userId="8d336977291b393a" providerId="LiveId" clId="{DDCE6353-21F1-415A-A706-A0A3AC2A4FA1}" dt="2026-01-08T04:31:23.235" v="373" actId="1076"/>
          <ac:spMkLst>
            <pc:docMk/>
            <pc:sldMk cId="0" sldId="268"/>
            <ac:spMk id="439" creationId="{00000000-0000-0000-0000-000000000000}"/>
          </ac:spMkLst>
        </pc:spChg>
      </pc:sldChg>
      <pc:sldChg chg="addSp delSp modSp add mod ord modTransition setBg">
        <pc:chgData name="Thiên Lại" userId="8d336977291b393a" providerId="LiveId" clId="{DDCE6353-21F1-415A-A706-A0A3AC2A4FA1}" dt="2026-01-10T09:32:04.069" v="8526"/>
        <pc:sldMkLst>
          <pc:docMk/>
          <pc:sldMk cId="0" sldId="269"/>
        </pc:sldMkLst>
        <pc:spChg chg="add mod">
          <ac:chgData name="Thiên Lại" userId="8d336977291b393a" providerId="LiveId" clId="{DDCE6353-21F1-415A-A706-A0A3AC2A4FA1}" dt="2026-01-10T06:58:37.742" v="6410" actId="948"/>
          <ac:spMkLst>
            <pc:docMk/>
            <pc:sldMk cId="0" sldId="269"/>
            <ac:spMk id="4" creationId="{C911E397-A4F8-526C-1846-8A4929293554}"/>
          </ac:spMkLst>
        </pc:spChg>
        <pc:spChg chg="add del mod">
          <ac:chgData name="Thiên Lại" userId="8d336977291b393a" providerId="LiveId" clId="{DDCE6353-21F1-415A-A706-A0A3AC2A4FA1}" dt="2026-01-10T06:46:20.355" v="6154" actId="478"/>
          <ac:spMkLst>
            <pc:docMk/>
            <pc:sldMk cId="0" sldId="269"/>
            <ac:spMk id="24" creationId="{F7B4955F-D600-2BB4-6829-62154AA478BA}"/>
          </ac:spMkLst>
        </pc:spChg>
        <pc:spChg chg="add del mod">
          <ac:chgData name="Thiên Lại" userId="8d336977291b393a" providerId="LiveId" clId="{DDCE6353-21F1-415A-A706-A0A3AC2A4FA1}" dt="2026-01-10T06:46:20.355" v="6154" actId="478"/>
          <ac:spMkLst>
            <pc:docMk/>
            <pc:sldMk cId="0" sldId="269"/>
            <ac:spMk id="25" creationId="{8B8F2D0E-1AC9-F00B-3A0C-2261C0F560E3}"/>
          </ac:spMkLst>
        </pc:spChg>
        <pc:spChg chg="add del mod">
          <ac:chgData name="Thiên Lại" userId="8d336977291b393a" providerId="LiveId" clId="{DDCE6353-21F1-415A-A706-A0A3AC2A4FA1}" dt="2026-01-10T06:46:20.355" v="6154" actId="478"/>
          <ac:spMkLst>
            <pc:docMk/>
            <pc:sldMk cId="0" sldId="269"/>
            <ac:spMk id="26" creationId="{ED014FF9-4EDA-4F90-2789-D285380B82E2}"/>
          </ac:spMkLst>
        </pc:spChg>
        <pc:spChg chg="add del mod">
          <ac:chgData name="Thiên Lại" userId="8d336977291b393a" providerId="LiveId" clId="{DDCE6353-21F1-415A-A706-A0A3AC2A4FA1}" dt="2026-01-10T06:46:20.355" v="6154" actId="478"/>
          <ac:spMkLst>
            <pc:docMk/>
            <pc:sldMk cId="0" sldId="269"/>
            <ac:spMk id="27" creationId="{B67B2D62-E516-300B-7CFA-1FFD70A0B2D1}"/>
          </ac:spMkLst>
        </pc:spChg>
        <pc:spChg chg="add del mod">
          <ac:chgData name="Thiên Lại" userId="8d336977291b393a" providerId="LiveId" clId="{DDCE6353-21F1-415A-A706-A0A3AC2A4FA1}" dt="2026-01-10T06:46:20.355" v="6154" actId="478"/>
          <ac:spMkLst>
            <pc:docMk/>
            <pc:sldMk cId="0" sldId="269"/>
            <ac:spMk id="28" creationId="{EEE981E6-705D-C0AA-F09E-F6DBEFF07A74}"/>
          </ac:spMkLst>
        </pc:spChg>
        <pc:spChg chg="add del mod">
          <ac:chgData name="Thiên Lại" userId="8d336977291b393a" providerId="LiveId" clId="{DDCE6353-21F1-415A-A706-A0A3AC2A4FA1}" dt="2026-01-10T06:46:20.355" v="6154" actId="478"/>
          <ac:spMkLst>
            <pc:docMk/>
            <pc:sldMk cId="0" sldId="269"/>
            <ac:spMk id="29" creationId="{C4D07536-7883-3088-933B-006D75270BE2}"/>
          </ac:spMkLst>
        </pc:spChg>
        <pc:spChg chg="add del mod">
          <ac:chgData name="Thiên Lại" userId="8d336977291b393a" providerId="LiveId" clId="{DDCE6353-21F1-415A-A706-A0A3AC2A4FA1}" dt="2026-01-10T06:46:20.355" v="6154" actId="478"/>
          <ac:spMkLst>
            <pc:docMk/>
            <pc:sldMk cId="0" sldId="269"/>
            <ac:spMk id="30" creationId="{9E8685F7-28AD-D05B-29ED-A791EFAD9050}"/>
          </ac:spMkLst>
        </pc:spChg>
        <pc:spChg chg="add del mod">
          <ac:chgData name="Thiên Lại" userId="8d336977291b393a" providerId="LiveId" clId="{DDCE6353-21F1-415A-A706-A0A3AC2A4FA1}" dt="2026-01-10T06:46:20.355" v="6154" actId="478"/>
          <ac:spMkLst>
            <pc:docMk/>
            <pc:sldMk cId="0" sldId="269"/>
            <ac:spMk id="31" creationId="{06C397D7-3947-579F-0315-0B765EDE3E98}"/>
          </ac:spMkLst>
        </pc:spChg>
        <pc:spChg chg="mod">
          <ac:chgData name="Thiên Lại" userId="8d336977291b393a" providerId="LiveId" clId="{DDCE6353-21F1-415A-A706-A0A3AC2A4FA1}" dt="2026-01-08T05:30:19.572" v="1486" actId="2711"/>
          <ac:spMkLst>
            <pc:docMk/>
            <pc:sldMk cId="0" sldId="269"/>
            <ac:spMk id="211" creationId="{00000000-0000-0000-0000-000000000000}"/>
          </ac:spMkLst>
        </pc:spChg>
        <pc:spChg chg="mod">
          <ac:chgData name="Thiên Lại" userId="8d336977291b393a" providerId="LiveId" clId="{DDCE6353-21F1-415A-A706-A0A3AC2A4FA1}" dt="2026-01-10T09:13:39.277" v="8334" actId="2711"/>
          <ac:spMkLst>
            <pc:docMk/>
            <pc:sldMk cId="0" sldId="269"/>
            <ac:spMk id="212" creationId="{00000000-0000-0000-0000-000000000000}"/>
          </ac:spMkLst>
        </pc:spChg>
        <pc:spChg chg="mod topLvl">
          <ac:chgData name="Thiên Lại" userId="8d336977291b393a" providerId="LiveId" clId="{DDCE6353-21F1-415A-A706-A0A3AC2A4FA1}" dt="2026-01-08T05:44:38.113" v="1892" actId="165"/>
          <ac:spMkLst>
            <pc:docMk/>
            <pc:sldMk cId="0" sldId="269"/>
            <ac:spMk id="215" creationId="{00000000-0000-0000-0000-000000000000}"/>
          </ac:spMkLst>
        </pc:spChg>
        <pc:grpChg chg="add mod">
          <ac:chgData name="Thiên Lại" userId="8d336977291b393a" providerId="LiveId" clId="{DDCE6353-21F1-415A-A706-A0A3AC2A4FA1}" dt="2026-01-10T09:25:55.484" v="8426" actId="1035"/>
          <ac:grpSpMkLst>
            <pc:docMk/>
            <pc:sldMk cId="0" sldId="269"/>
            <ac:grpSpMk id="5" creationId="{39232118-A446-0154-B032-C95F8BF58BDA}"/>
          </ac:grpSpMkLst>
        </pc:grpChg>
        <pc:grpChg chg="add del mod">
          <ac:chgData name="Thiên Lại" userId="8d336977291b393a" providerId="LiveId" clId="{DDCE6353-21F1-415A-A706-A0A3AC2A4FA1}" dt="2026-01-10T06:46:18.369" v="6153" actId="478"/>
          <ac:grpSpMkLst>
            <pc:docMk/>
            <pc:sldMk cId="0" sldId="269"/>
            <ac:grpSpMk id="12" creationId="{6910A9C4-B749-1002-A3F9-9870D41FB1A2}"/>
          </ac:grpSpMkLst>
        </pc:grpChg>
        <pc:picChg chg="add del">
          <ac:chgData name="Thiên Lại" userId="8d336977291b393a" providerId="LiveId" clId="{DDCE6353-21F1-415A-A706-A0A3AC2A4FA1}" dt="2026-01-10T06:46:57.862" v="6156" actId="22"/>
          <ac:picMkLst>
            <pc:docMk/>
            <pc:sldMk cId="0" sldId="269"/>
            <ac:picMk id="3" creationId="{740AFB6C-E1A1-8B6C-E09A-BFDA988D530C}"/>
          </ac:picMkLst>
        </pc:picChg>
        <pc:picChg chg="mod topLvl">
          <ac:chgData name="Thiên Lại" userId="8d336977291b393a" providerId="LiveId" clId="{DDCE6353-21F1-415A-A706-A0A3AC2A4FA1}" dt="2026-01-08T08:11:33.282" v="4747" actId="164"/>
          <ac:picMkLst>
            <pc:docMk/>
            <pc:sldMk cId="0" sldId="269"/>
            <ac:picMk id="213" creationId="{00000000-0000-0000-0000-000000000000}"/>
          </ac:picMkLst>
        </pc:picChg>
        <pc:picChg chg="mod topLvl">
          <ac:chgData name="Thiên Lại" userId="8d336977291b393a" providerId="LiveId" clId="{DDCE6353-21F1-415A-A706-A0A3AC2A4FA1}" dt="2026-01-10T06:46:11.593" v="6152" actId="14826"/>
          <ac:picMkLst>
            <pc:docMk/>
            <pc:sldMk cId="0" sldId="269"/>
            <ac:picMk id="214" creationId="{00000000-0000-0000-0000-000000000000}"/>
          </ac:picMkLst>
        </pc:picChg>
      </pc:sldChg>
      <pc:sldChg chg="addSp delSp modSp add del mod ord modTransition setBg">
        <pc:chgData name="Thiên Lại" userId="8d336977291b393a" providerId="LiveId" clId="{DDCE6353-21F1-415A-A706-A0A3AC2A4FA1}" dt="2026-01-10T08:53:44.932" v="8073" actId="2696"/>
        <pc:sldMkLst>
          <pc:docMk/>
          <pc:sldMk cId="0" sldId="271"/>
        </pc:sldMkLst>
        <pc:spChg chg="add del mod">
          <ac:chgData name="Thiên Lại" userId="8d336977291b393a" providerId="LiveId" clId="{DDCE6353-21F1-415A-A706-A0A3AC2A4FA1}" dt="2026-01-10T06:41:48.180" v="6010" actId="478"/>
          <ac:spMkLst>
            <pc:docMk/>
            <pc:sldMk cId="0" sldId="271"/>
            <ac:spMk id="3" creationId="{92A2877E-2D1E-8A9F-5949-C215AF9210FE}"/>
          </ac:spMkLst>
        </pc:spChg>
        <pc:spChg chg="add del mod">
          <ac:chgData name="Thiên Lại" userId="8d336977291b393a" providerId="LiveId" clId="{DDCE6353-21F1-415A-A706-A0A3AC2A4FA1}" dt="2026-01-10T06:41:48.879" v="6011" actId="478"/>
          <ac:spMkLst>
            <pc:docMk/>
            <pc:sldMk cId="0" sldId="271"/>
            <ac:spMk id="8" creationId="{4D6FD1D0-D743-49F8-222A-9B84342DBA22}"/>
          </ac:spMkLst>
        </pc:spChg>
        <pc:spChg chg="add del mod">
          <ac:chgData name="Thiên Lại" userId="8d336977291b393a" providerId="LiveId" clId="{DDCE6353-21F1-415A-A706-A0A3AC2A4FA1}" dt="2026-01-10T06:41:49.929" v="6012" actId="478"/>
          <ac:spMkLst>
            <pc:docMk/>
            <pc:sldMk cId="0" sldId="271"/>
            <ac:spMk id="9" creationId="{472C0010-9987-B753-0A3F-4A0AAF79C673}"/>
          </ac:spMkLst>
        </pc:spChg>
        <pc:spChg chg="add del mod">
          <ac:chgData name="Thiên Lại" userId="8d336977291b393a" providerId="LiveId" clId="{DDCE6353-21F1-415A-A706-A0A3AC2A4FA1}" dt="2026-01-10T06:41:46.925" v="6009" actId="478"/>
          <ac:spMkLst>
            <pc:docMk/>
            <pc:sldMk cId="0" sldId="271"/>
            <ac:spMk id="13" creationId="{4D067826-318D-4807-6FEC-DFAA50DAA066}"/>
          </ac:spMkLst>
        </pc:spChg>
        <pc:spChg chg="add del mod">
          <ac:chgData name="Thiên Lại" userId="8d336977291b393a" providerId="LiveId" clId="{DDCE6353-21F1-415A-A706-A0A3AC2A4FA1}" dt="2026-01-10T06:41:49.929" v="6012" actId="478"/>
          <ac:spMkLst>
            <pc:docMk/>
            <pc:sldMk cId="0" sldId="271"/>
            <ac:spMk id="14" creationId="{3B1F0E44-E345-D5E2-B035-CA8424ECFACC}"/>
          </ac:spMkLst>
        </pc:spChg>
        <pc:spChg chg="add mod">
          <ac:chgData name="Thiên Lại" userId="8d336977291b393a" providerId="LiveId" clId="{DDCE6353-21F1-415A-A706-A0A3AC2A4FA1}" dt="2026-01-10T08:45:02.109" v="7999"/>
          <ac:spMkLst>
            <pc:docMk/>
            <pc:sldMk cId="0" sldId="271"/>
            <ac:spMk id="33" creationId="{D1A0B16C-1F67-AA9C-05A0-102941B204F2}"/>
          </ac:spMkLst>
        </pc:spChg>
        <pc:spChg chg="mod ord">
          <ac:chgData name="Thiên Lại" userId="8d336977291b393a" providerId="LiveId" clId="{DDCE6353-21F1-415A-A706-A0A3AC2A4FA1}" dt="2026-01-10T06:40:27.308" v="5998" actId="20577"/>
          <ac:spMkLst>
            <pc:docMk/>
            <pc:sldMk cId="0" sldId="271"/>
            <ac:spMk id="250" creationId="{00000000-0000-0000-0000-000000000000}"/>
          </ac:spMkLst>
        </pc:spChg>
        <pc:spChg chg="mod">
          <ac:chgData name="Thiên Lại" userId="8d336977291b393a" providerId="LiveId" clId="{DDCE6353-21F1-415A-A706-A0A3AC2A4FA1}" dt="2026-01-10T06:40:14.497" v="5947" actId="20577"/>
          <ac:spMkLst>
            <pc:docMk/>
            <pc:sldMk cId="0" sldId="271"/>
            <ac:spMk id="251" creationId="{00000000-0000-0000-0000-000000000000}"/>
          </ac:spMkLst>
        </pc:spChg>
        <pc:spChg chg="mod ord topLvl">
          <ac:chgData name="Thiên Lại" userId="8d336977291b393a" providerId="LiveId" clId="{DDCE6353-21F1-415A-A706-A0A3AC2A4FA1}" dt="2026-01-10T06:30:24.649" v="5863"/>
          <ac:spMkLst>
            <pc:docMk/>
            <pc:sldMk cId="0" sldId="271"/>
            <ac:spMk id="252" creationId="{00000000-0000-0000-0000-000000000000}"/>
          </ac:spMkLst>
        </pc:spChg>
        <pc:spChg chg="mod ord topLvl">
          <ac:chgData name="Thiên Lại" userId="8d336977291b393a" providerId="LiveId" clId="{DDCE6353-21F1-415A-A706-A0A3AC2A4FA1}" dt="2026-01-10T06:31:14.801" v="5887" actId="207"/>
          <ac:spMkLst>
            <pc:docMk/>
            <pc:sldMk cId="0" sldId="271"/>
            <ac:spMk id="253" creationId="{00000000-0000-0000-0000-000000000000}"/>
          </ac:spMkLst>
        </pc:spChg>
        <pc:spChg chg="mod ord topLvl">
          <ac:chgData name="Thiên Lại" userId="8d336977291b393a" providerId="LiveId" clId="{DDCE6353-21F1-415A-A706-A0A3AC2A4FA1}" dt="2026-01-10T06:41:33.330" v="6005" actId="255"/>
          <ac:spMkLst>
            <pc:docMk/>
            <pc:sldMk cId="0" sldId="271"/>
            <ac:spMk id="254" creationId="{00000000-0000-0000-0000-000000000000}"/>
          </ac:spMkLst>
        </pc:spChg>
        <pc:spChg chg="del mod ord topLvl">
          <ac:chgData name="Thiên Lại" userId="8d336977291b393a" providerId="LiveId" clId="{DDCE6353-21F1-415A-A706-A0A3AC2A4FA1}" dt="2026-01-10T08:45:01.711" v="7998" actId="478"/>
          <ac:spMkLst>
            <pc:docMk/>
            <pc:sldMk cId="0" sldId="271"/>
            <ac:spMk id="255" creationId="{00000000-0000-0000-0000-000000000000}"/>
          </ac:spMkLst>
        </pc:spChg>
        <pc:spChg chg="mod ord topLvl">
          <ac:chgData name="Thiên Lại" userId="8d336977291b393a" providerId="LiveId" clId="{DDCE6353-21F1-415A-A706-A0A3AC2A4FA1}" dt="2026-01-10T06:30:24.649" v="5863"/>
          <ac:spMkLst>
            <pc:docMk/>
            <pc:sldMk cId="0" sldId="271"/>
            <ac:spMk id="257" creationId="{00000000-0000-0000-0000-000000000000}"/>
          </ac:spMkLst>
        </pc:spChg>
        <pc:grpChg chg="add del mod">
          <ac:chgData name="Thiên Lại" userId="8d336977291b393a" providerId="LiveId" clId="{DDCE6353-21F1-415A-A706-A0A3AC2A4FA1}" dt="2026-01-10T06:41:40.107" v="6006" actId="165"/>
          <ac:grpSpMkLst>
            <pc:docMk/>
            <pc:sldMk cId="0" sldId="271"/>
            <ac:grpSpMk id="2" creationId="{9B47F918-066A-9576-211A-61C19FFE2713}"/>
          </ac:grpSpMkLst>
        </pc:grpChg>
        <pc:grpChg chg="add del mod">
          <ac:chgData name="Thiên Lại" userId="8d336977291b393a" providerId="LiveId" clId="{DDCE6353-21F1-415A-A706-A0A3AC2A4FA1}" dt="2026-01-10T06:41:45.239" v="6007" actId="478"/>
          <ac:grpSpMkLst>
            <pc:docMk/>
            <pc:sldMk cId="0" sldId="271"/>
            <ac:grpSpMk id="4" creationId="{179331CA-B483-9E75-7FDC-1976C9DEEAF2}"/>
          </ac:grpSpMkLst>
        </pc:grpChg>
        <pc:grpChg chg="add del mod">
          <ac:chgData name="Thiên Lại" userId="8d336977291b393a" providerId="LiveId" clId="{DDCE6353-21F1-415A-A706-A0A3AC2A4FA1}" dt="2026-01-10T06:41:45.796" v="6008" actId="478"/>
          <ac:grpSpMkLst>
            <pc:docMk/>
            <pc:sldMk cId="0" sldId="271"/>
            <ac:grpSpMk id="10" creationId="{84E18948-F8AC-9C32-C5DF-FD6BC5C02B39}"/>
          </ac:grpSpMkLst>
        </pc:grpChg>
        <pc:grpChg chg="add mod">
          <ac:chgData name="Thiên Lại" userId="8d336977291b393a" providerId="LiveId" clId="{DDCE6353-21F1-415A-A706-A0A3AC2A4FA1}" dt="2026-01-10T06:30:24.649" v="5863"/>
          <ac:grpSpMkLst>
            <pc:docMk/>
            <pc:sldMk cId="0" sldId="271"/>
            <ac:grpSpMk id="15" creationId="{B82F9F62-8C76-E74F-8678-38DAF241A66C}"/>
          </ac:grpSpMkLst>
        </pc:grpChg>
        <pc:grpChg chg="add mod">
          <ac:chgData name="Thiên Lại" userId="8d336977291b393a" providerId="LiveId" clId="{DDCE6353-21F1-415A-A706-A0A3AC2A4FA1}" dt="2026-01-10T07:15:57.189" v="6493" actId="14100"/>
          <ac:grpSpMkLst>
            <pc:docMk/>
            <pc:sldMk cId="0" sldId="271"/>
            <ac:grpSpMk id="18" creationId="{F4E0D69E-2CC1-3F6A-2025-DA818B26354B}"/>
          </ac:grpSpMkLst>
        </pc:grpChg>
        <pc:grpChg chg="add del mod">
          <ac:chgData name="Thiên Lại" userId="8d336977291b393a" providerId="LiveId" clId="{DDCE6353-21F1-415A-A706-A0A3AC2A4FA1}" dt="2026-01-10T07:18:57.302" v="6536" actId="478"/>
          <ac:grpSpMkLst>
            <pc:docMk/>
            <pc:sldMk cId="0" sldId="271"/>
            <ac:grpSpMk id="21" creationId="{9405C92E-A2F2-0300-5EB1-0560092CDD96}"/>
          </ac:grpSpMkLst>
        </pc:grpChg>
        <pc:grpChg chg="add del mod">
          <ac:chgData name="Thiên Lại" userId="8d336977291b393a" providerId="LiveId" clId="{DDCE6353-21F1-415A-A706-A0A3AC2A4FA1}" dt="2026-01-10T07:18:31.676" v="6524" actId="478"/>
          <ac:grpSpMkLst>
            <pc:docMk/>
            <pc:sldMk cId="0" sldId="271"/>
            <ac:grpSpMk id="24" creationId="{1B4A0668-8BFA-0937-8A16-5AD12EC04FB6}"/>
          </ac:grpSpMkLst>
        </pc:grpChg>
        <pc:grpChg chg="add del mod">
          <ac:chgData name="Thiên Lại" userId="8d336977291b393a" providerId="LiveId" clId="{DDCE6353-21F1-415A-A706-A0A3AC2A4FA1}" dt="2026-01-10T07:18:34.067" v="6526" actId="478"/>
          <ac:grpSpMkLst>
            <pc:docMk/>
            <pc:sldMk cId="0" sldId="271"/>
            <ac:grpSpMk id="27" creationId="{6F8C3567-CFC2-333A-A7D2-94B3B7A4FF70}"/>
          </ac:grpSpMkLst>
        </pc:grpChg>
        <pc:grpChg chg="add mod">
          <ac:chgData name="Thiên Lại" userId="8d336977291b393a" providerId="LiveId" clId="{DDCE6353-21F1-415A-A706-A0A3AC2A4FA1}" dt="2026-01-10T07:19:01.078" v="6537" actId="1076"/>
          <ac:grpSpMkLst>
            <pc:docMk/>
            <pc:sldMk cId="0" sldId="271"/>
            <ac:grpSpMk id="30" creationId="{AAB1A769-BD67-23E5-6A43-8A45776A95AC}"/>
          </ac:grpSpMkLst>
        </pc:grpChg>
        <pc:picChg chg="add del mod">
          <ac:chgData name="Thiên Lại" userId="8d336977291b393a" providerId="LiveId" clId="{DDCE6353-21F1-415A-A706-A0A3AC2A4FA1}" dt="2026-01-10T07:16:26.521" v="6508" actId="478"/>
          <ac:picMkLst>
            <pc:docMk/>
            <pc:sldMk cId="0" sldId="271"/>
            <ac:picMk id="16" creationId="{8A2836B8-4EAC-8466-D259-2417252DE49A}"/>
          </ac:picMkLst>
        </pc:picChg>
        <pc:picChg chg="add del mod">
          <ac:chgData name="Thiên Lại" userId="8d336977291b393a" providerId="LiveId" clId="{DDCE6353-21F1-415A-A706-A0A3AC2A4FA1}" dt="2026-01-10T07:16:25.995" v="6507" actId="478"/>
          <ac:picMkLst>
            <pc:docMk/>
            <pc:sldMk cId="0" sldId="271"/>
            <ac:picMk id="17" creationId="{7A59840D-7C3D-B296-A3BC-5FC11D08974D}"/>
          </ac:picMkLst>
        </pc:picChg>
        <pc:picChg chg="mod">
          <ac:chgData name="Thiên Lại" userId="8d336977291b393a" providerId="LiveId" clId="{DDCE6353-21F1-415A-A706-A0A3AC2A4FA1}" dt="2026-01-10T07:15:57.189" v="6493" actId="14100"/>
          <ac:picMkLst>
            <pc:docMk/>
            <pc:sldMk cId="0" sldId="271"/>
            <ac:picMk id="19" creationId="{C6D100DB-1F9D-FC44-FCED-96F6F23019C2}"/>
          </ac:picMkLst>
        </pc:picChg>
        <pc:picChg chg="mod">
          <ac:chgData name="Thiên Lại" userId="8d336977291b393a" providerId="LiveId" clId="{DDCE6353-21F1-415A-A706-A0A3AC2A4FA1}" dt="2026-01-10T07:15:57.189" v="6493" actId="14100"/>
          <ac:picMkLst>
            <pc:docMk/>
            <pc:sldMk cId="0" sldId="271"/>
            <ac:picMk id="20" creationId="{742E90AB-13C2-E8A6-7988-DC9465190C98}"/>
          </ac:picMkLst>
        </pc:picChg>
        <pc:picChg chg="mod">
          <ac:chgData name="Thiên Lại" userId="8d336977291b393a" providerId="LiveId" clId="{DDCE6353-21F1-415A-A706-A0A3AC2A4FA1}" dt="2026-01-10T07:16:41.391" v="6510" actId="1076"/>
          <ac:picMkLst>
            <pc:docMk/>
            <pc:sldMk cId="0" sldId="271"/>
            <ac:picMk id="22" creationId="{09A7C90D-3C3D-3F79-6B9B-51FA098381F8}"/>
          </ac:picMkLst>
        </pc:picChg>
        <pc:picChg chg="mod">
          <ac:chgData name="Thiên Lại" userId="8d336977291b393a" providerId="LiveId" clId="{DDCE6353-21F1-415A-A706-A0A3AC2A4FA1}" dt="2026-01-10T07:16:41.391" v="6510" actId="1076"/>
          <ac:picMkLst>
            <pc:docMk/>
            <pc:sldMk cId="0" sldId="271"/>
            <ac:picMk id="23" creationId="{66AEF9F6-A113-02C1-AC20-A817D9D71452}"/>
          </ac:picMkLst>
        </pc:picChg>
        <pc:picChg chg="mod">
          <ac:chgData name="Thiên Lại" userId="8d336977291b393a" providerId="LiveId" clId="{DDCE6353-21F1-415A-A706-A0A3AC2A4FA1}" dt="2026-01-10T07:18:31.101" v="6523" actId="1076"/>
          <ac:picMkLst>
            <pc:docMk/>
            <pc:sldMk cId="0" sldId="271"/>
            <ac:picMk id="25" creationId="{4B5F271E-7502-D81B-CB3C-213BB891399A}"/>
          </ac:picMkLst>
        </pc:picChg>
        <pc:picChg chg="mod">
          <ac:chgData name="Thiên Lại" userId="8d336977291b393a" providerId="LiveId" clId="{DDCE6353-21F1-415A-A706-A0A3AC2A4FA1}" dt="2026-01-10T07:18:31.101" v="6523" actId="1076"/>
          <ac:picMkLst>
            <pc:docMk/>
            <pc:sldMk cId="0" sldId="271"/>
            <ac:picMk id="26" creationId="{B336B38A-C91F-7347-A8EF-A9F68992335E}"/>
          </ac:picMkLst>
        </pc:picChg>
        <pc:picChg chg="mod">
          <ac:chgData name="Thiên Lại" userId="8d336977291b393a" providerId="LiveId" clId="{DDCE6353-21F1-415A-A706-A0A3AC2A4FA1}" dt="2026-01-10T07:18:32.986" v="6525"/>
          <ac:picMkLst>
            <pc:docMk/>
            <pc:sldMk cId="0" sldId="271"/>
            <ac:picMk id="28" creationId="{921C3096-5566-A1E5-FED3-428A09488340}"/>
          </ac:picMkLst>
        </pc:picChg>
        <pc:picChg chg="mod">
          <ac:chgData name="Thiên Lại" userId="8d336977291b393a" providerId="LiveId" clId="{DDCE6353-21F1-415A-A706-A0A3AC2A4FA1}" dt="2026-01-10T07:18:32.986" v="6525"/>
          <ac:picMkLst>
            <pc:docMk/>
            <pc:sldMk cId="0" sldId="271"/>
            <ac:picMk id="29" creationId="{53187072-FA46-0FD6-B77E-8630729C766F}"/>
          </ac:picMkLst>
        </pc:picChg>
        <pc:picChg chg="mod">
          <ac:chgData name="Thiên Lại" userId="8d336977291b393a" providerId="LiveId" clId="{DDCE6353-21F1-415A-A706-A0A3AC2A4FA1}" dt="2026-01-10T07:19:01.078" v="6537" actId="1076"/>
          <ac:picMkLst>
            <pc:docMk/>
            <pc:sldMk cId="0" sldId="271"/>
            <ac:picMk id="31" creationId="{B41C78E8-A653-AC90-D928-87E2CC839EB1}"/>
          </ac:picMkLst>
        </pc:picChg>
        <pc:picChg chg="mod">
          <ac:chgData name="Thiên Lại" userId="8d336977291b393a" providerId="LiveId" clId="{DDCE6353-21F1-415A-A706-A0A3AC2A4FA1}" dt="2026-01-10T07:19:01.078" v="6537" actId="1076"/>
          <ac:picMkLst>
            <pc:docMk/>
            <pc:sldMk cId="0" sldId="271"/>
            <ac:picMk id="32" creationId="{68DE88D0-87F0-7EBD-640C-5E7DAD56B1DF}"/>
          </ac:picMkLst>
        </pc:picChg>
        <pc:picChg chg="del mod ord topLvl">
          <ac:chgData name="Thiên Lại" userId="8d336977291b393a" providerId="LiveId" clId="{DDCE6353-21F1-415A-A706-A0A3AC2A4FA1}" dt="2026-01-10T07:15:36.426" v="6482" actId="478"/>
          <ac:picMkLst>
            <pc:docMk/>
            <pc:sldMk cId="0" sldId="271"/>
            <ac:picMk id="260" creationId="{00000000-0000-0000-0000-000000000000}"/>
          </ac:picMkLst>
        </pc:picChg>
        <pc:picChg chg="add del mod topLvl">
          <ac:chgData name="Thiên Lại" userId="8d336977291b393a" providerId="LiveId" clId="{DDCE6353-21F1-415A-A706-A0A3AC2A4FA1}" dt="2026-01-10T07:15:37.015" v="6483" actId="478"/>
          <ac:picMkLst>
            <pc:docMk/>
            <pc:sldMk cId="0" sldId="271"/>
            <ac:picMk id="2050" creationId="{07384FA5-D848-A273-99B9-1903FD87E4AD}"/>
          </ac:picMkLst>
        </pc:picChg>
      </pc:sldChg>
      <pc:sldChg chg="add modTransition">
        <pc:chgData name="Thiên Lại" userId="8d336977291b393a" providerId="LiveId" clId="{DDCE6353-21F1-415A-A706-A0A3AC2A4FA1}" dt="2026-01-10T09:32:04.069" v="8526"/>
        <pc:sldMkLst>
          <pc:docMk/>
          <pc:sldMk cId="2753076550" sldId="271"/>
        </pc:sldMkLst>
      </pc:sldChg>
      <pc:sldChg chg="addSp delSp modSp add del mod ord modTransition">
        <pc:chgData name="Thiên Lại" userId="8d336977291b393a" providerId="LiveId" clId="{DDCE6353-21F1-415A-A706-A0A3AC2A4FA1}" dt="2026-01-10T07:19:20.952" v="6543" actId="47"/>
        <pc:sldMkLst>
          <pc:docMk/>
          <pc:sldMk cId="1743982230" sldId="272"/>
        </pc:sldMkLst>
        <pc:spChg chg="add del mod">
          <ac:chgData name="Thiên Lại" userId="8d336977291b393a" providerId="LiveId" clId="{DDCE6353-21F1-415A-A706-A0A3AC2A4FA1}" dt="2026-01-10T07:19:14.702" v="6541" actId="478"/>
          <ac:spMkLst>
            <pc:docMk/>
            <pc:sldMk cId="1743982230" sldId="272"/>
            <ac:spMk id="10" creationId="{E0BBBCED-C262-EDE2-8396-3997988DFDB2}"/>
          </ac:spMkLst>
        </pc:spChg>
        <pc:spChg chg="add del mod">
          <ac:chgData name="Thiên Lại" userId="8d336977291b393a" providerId="LiveId" clId="{DDCE6353-21F1-415A-A706-A0A3AC2A4FA1}" dt="2026-01-10T07:19:14.702" v="6541" actId="478"/>
          <ac:spMkLst>
            <pc:docMk/>
            <pc:sldMk cId="1743982230" sldId="272"/>
            <ac:spMk id="11" creationId="{3D50CE88-D328-0EB6-6FEC-C6ACBAE1B734}"/>
          </ac:spMkLst>
        </pc:spChg>
        <pc:grpChg chg="del">
          <ac:chgData name="Thiên Lại" userId="8d336977291b393a" providerId="LiveId" clId="{DDCE6353-21F1-415A-A706-A0A3AC2A4FA1}" dt="2026-01-10T07:16:50.887" v="6511" actId="478"/>
          <ac:grpSpMkLst>
            <pc:docMk/>
            <pc:sldMk cId="1743982230" sldId="272"/>
            <ac:grpSpMk id="2" creationId="{EED7DDD9-73CF-6474-D801-C0547FCD414F}"/>
          </ac:grpSpMkLst>
        </pc:grpChg>
        <pc:grpChg chg="add del mod">
          <ac:chgData name="Thiên Lại" userId="8d336977291b393a" providerId="LiveId" clId="{DDCE6353-21F1-415A-A706-A0A3AC2A4FA1}" dt="2026-01-10T07:19:04.969" v="6538" actId="478"/>
          <ac:grpSpMkLst>
            <pc:docMk/>
            <pc:sldMk cId="1743982230" sldId="272"/>
            <ac:grpSpMk id="3" creationId="{8FDD4408-DC21-6FD8-942D-429F051FE7F6}"/>
          </ac:grpSpMkLst>
        </pc:grpChg>
        <pc:grpChg chg="add mod">
          <ac:chgData name="Thiên Lại" userId="8d336977291b393a" providerId="LiveId" clId="{DDCE6353-21F1-415A-A706-A0A3AC2A4FA1}" dt="2026-01-10T07:19:05.346" v="6539"/>
          <ac:grpSpMkLst>
            <pc:docMk/>
            <pc:sldMk cId="1743982230" sldId="272"/>
            <ac:grpSpMk id="6" creationId="{BF61ECC7-EF26-BDEB-5A0E-6974C4CC0B0E}"/>
          </ac:grpSpMkLst>
        </pc:grpChg>
        <pc:grpChg chg="add del mod">
          <ac:chgData name="Thiên Lại" userId="8d336977291b393a" providerId="LiveId" clId="{DDCE6353-21F1-415A-A706-A0A3AC2A4FA1}" dt="2026-01-10T07:19:13.094" v="6540" actId="478"/>
          <ac:grpSpMkLst>
            <pc:docMk/>
            <pc:sldMk cId="1743982230" sldId="272"/>
            <ac:grpSpMk id="12" creationId="{17E25E66-5A4C-A2B8-E55B-272628540FE0}"/>
          </ac:grpSpMkLst>
        </pc:grpChg>
        <pc:picChg chg="mod">
          <ac:chgData name="Thiên Lại" userId="8d336977291b393a" providerId="LiveId" clId="{DDCE6353-21F1-415A-A706-A0A3AC2A4FA1}" dt="2026-01-10T07:16:51.412" v="6512"/>
          <ac:picMkLst>
            <pc:docMk/>
            <pc:sldMk cId="1743982230" sldId="272"/>
            <ac:picMk id="4" creationId="{1CCAD264-E644-5822-2041-A9B5705A87EF}"/>
          </ac:picMkLst>
        </pc:picChg>
        <pc:picChg chg="mod">
          <ac:chgData name="Thiên Lại" userId="8d336977291b393a" providerId="LiveId" clId="{DDCE6353-21F1-415A-A706-A0A3AC2A4FA1}" dt="2026-01-10T07:16:51.412" v="6512"/>
          <ac:picMkLst>
            <pc:docMk/>
            <pc:sldMk cId="1743982230" sldId="272"/>
            <ac:picMk id="5" creationId="{C98A2789-2CF6-BED1-5614-42A53859177F}"/>
          </ac:picMkLst>
        </pc:picChg>
        <pc:picChg chg="mod">
          <ac:chgData name="Thiên Lại" userId="8d336977291b393a" providerId="LiveId" clId="{DDCE6353-21F1-415A-A706-A0A3AC2A4FA1}" dt="2026-01-10T07:19:05.346" v="6539"/>
          <ac:picMkLst>
            <pc:docMk/>
            <pc:sldMk cId="1743982230" sldId="272"/>
            <ac:picMk id="7" creationId="{4019296F-933B-6C95-1CB9-FE8D39FA68D9}"/>
          </ac:picMkLst>
        </pc:picChg>
        <pc:picChg chg="mod">
          <ac:chgData name="Thiên Lại" userId="8d336977291b393a" providerId="LiveId" clId="{DDCE6353-21F1-415A-A706-A0A3AC2A4FA1}" dt="2026-01-10T07:19:05.346" v="6539"/>
          <ac:picMkLst>
            <pc:docMk/>
            <pc:sldMk cId="1743982230" sldId="272"/>
            <ac:picMk id="8" creationId="{B1A0EC52-99B2-8C34-906D-42805DD56101}"/>
          </ac:picMkLst>
        </pc:picChg>
      </pc:sldChg>
      <pc:sldChg chg="addSp delSp modSp add del mod modTransition setBg">
        <pc:chgData name="Thiên Lại" userId="8d336977291b393a" providerId="LiveId" clId="{DDCE6353-21F1-415A-A706-A0A3AC2A4FA1}" dt="2026-01-10T08:38:55.550" v="7963" actId="47"/>
        <pc:sldMkLst>
          <pc:docMk/>
          <pc:sldMk cId="0" sldId="273"/>
        </pc:sldMkLst>
      </pc:sldChg>
      <pc:sldChg chg="addSp delSp modSp add del mod modTransition setBg">
        <pc:chgData name="Thiên Lại" userId="8d336977291b393a" providerId="LiveId" clId="{DDCE6353-21F1-415A-A706-A0A3AC2A4FA1}" dt="2026-01-10T08:38:56.968" v="7964" actId="47"/>
        <pc:sldMkLst>
          <pc:docMk/>
          <pc:sldMk cId="0" sldId="274"/>
        </pc:sldMkLst>
      </pc:sldChg>
      <pc:sldChg chg="addSp delSp modSp add del mod ord modTransition">
        <pc:chgData name="Thiên Lại" userId="8d336977291b393a" providerId="LiveId" clId="{DDCE6353-21F1-415A-A706-A0A3AC2A4FA1}" dt="2026-01-10T10:09:56.926" v="9161" actId="47"/>
        <pc:sldMkLst>
          <pc:docMk/>
          <pc:sldMk cId="3355553527" sldId="275"/>
        </pc:sldMkLst>
      </pc:sldChg>
      <pc:sldChg chg="addSp delSp modSp add del mod modTransition setBg modAnim">
        <pc:chgData name="Thiên Lại" userId="8d336977291b393a" providerId="LiveId" clId="{DDCE6353-21F1-415A-A706-A0A3AC2A4FA1}" dt="2026-01-10T09:58:34.939" v="8883" actId="47"/>
        <pc:sldMkLst>
          <pc:docMk/>
          <pc:sldMk cId="0" sldId="276"/>
        </pc:sldMkLst>
        <pc:grpChg chg="add del mod">
          <ac:chgData name="Thiên Lại" userId="8d336977291b393a" providerId="LiveId" clId="{DDCE6353-21F1-415A-A706-A0A3AC2A4FA1}" dt="2026-01-10T07:21:47.344" v="6585" actId="478"/>
          <ac:grpSpMkLst>
            <pc:docMk/>
            <pc:sldMk cId="0" sldId="276"/>
            <ac:grpSpMk id="5" creationId="{844A764C-255E-DB83-ECEA-B268F2C33EE0}"/>
          </ac:grpSpMkLst>
        </pc:grpChg>
      </pc:sldChg>
      <pc:sldChg chg="addSp modSp add del mod modTransition modAnim">
        <pc:chgData name="Thiên Lại" userId="8d336977291b393a" providerId="LiveId" clId="{DDCE6353-21F1-415A-A706-A0A3AC2A4FA1}" dt="2026-01-10T08:39:00.843" v="7965" actId="47"/>
        <pc:sldMkLst>
          <pc:docMk/>
          <pc:sldMk cId="3561334405" sldId="278"/>
        </pc:sldMkLst>
      </pc:sldChg>
      <pc:sldChg chg="addSp delSp modSp add del mod modTransition">
        <pc:chgData name="Thiên Lại" userId="8d336977291b393a" providerId="LiveId" clId="{DDCE6353-21F1-415A-A706-A0A3AC2A4FA1}" dt="2026-01-10T09:58:34.939" v="8883" actId="47"/>
        <pc:sldMkLst>
          <pc:docMk/>
          <pc:sldMk cId="2699671884" sldId="279"/>
        </pc:sldMkLst>
      </pc:sldChg>
      <pc:sldChg chg="addSp delSp modSp add del mod modTransition setBg">
        <pc:chgData name="Thiên Lại" userId="8d336977291b393a" providerId="LiveId" clId="{DDCE6353-21F1-415A-A706-A0A3AC2A4FA1}" dt="2026-01-10T08:39:02.198" v="7966" actId="47"/>
        <pc:sldMkLst>
          <pc:docMk/>
          <pc:sldMk cId="0" sldId="280"/>
        </pc:sldMkLst>
        <pc:grpChg chg="add mod">
          <ac:chgData name="Thiên Lại" userId="8d336977291b393a" providerId="LiveId" clId="{DDCE6353-21F1-415A-A706-A0A3AC2A4FA1}" dt="2026-01-10T08:34:27.309" v="7792" actId="1076"/>
          <ac:grpSpMkLst>
            <pc:docMk/>
            <pc:sldMk cId="0" sldId="280"/>
            <ac:grpSpMk id="2" creationId="{573F1476-2D2D-A241-23EA-B34B4AB3C5EC}"/>
          </ac:grpSpMkLst>
        </pc:grpChg>
      </pc:sldChg>
      <pc:sldChg chg="addSp delSp modSp add del mod modTransition">
        <pc:chgData name="Thiên Lại" userId="8d336977291b393a" providerId="LiveId" clId="{DDCE6353-21F1-415A-A706-A0A3AC2A4FA1}" dt="2026-01-10T09:58:34.939" v="8883" actId="47"/>
        <pc:sldMkLst>
          <pc:docMk/>
          <pc:sldMk cId="2973098287" sldId="281"/>
        </pc:sldMkLst>
      </pc:sldChg>
      <pc:sldChg chg="addSp delSp modSp add del mod modTransition">
        <pc:chgData name="Thiên Lại" userId="8d336977291b393a" providerId="LiveId" clId="{DDCE6353-21F1-415A-A706-A0A3AC2A4FA1}" dt="2026-01-10T09:58:34.939" v="8883" actId="47"/>
        <pc:sldMkLst>
          <pc:docMk/>
          <pc:sldMk cId="2172467056" sldId="282"/>
        </pc:sldMkLst>
      </pc:sldChg>
      <pc:sldChg chg="addSp delSp modSp add del mod">
        <pc:chgData name="Thiên Lại" userId="8d336977291b393a" providerId="LiveId" clId="{DDCE6353-21F1-415A-A706-A0A3AC2A4FA1}" dt="2026-01-10T06:27:25.158" v="5852" actId="47"/>
        <pc:sldMkLst>
          <pc:docMk/>
          <pc:sldMk cId="4110902550" sldId="283"/>
        </pc:sldMkLst>
        <pc:spChg chg="add del mod">
          <ac:chgData name="Thiên Lại" userId="8d336977291b393a" providerId="LiveId" clId="{DDCE6353-21F1-415A-A706-A0A3AC2A4FA1}" dt="2026-01-10T06:27:20.752" v="5850" actId="478"/>
          <ac:spMkLst>
            <pc:docMk/>
            <pc:sldMk cId="4110902550" sldId="283"/>
            <ac:spMk id="3" creationId="{106AA67E-CEF0-76E1-00FA-7A7B05402D50}"/>
          </ac:spMkLst>
        </pc:spChg>
        <pc:spChg chg="add del mod">
          <ac:chgData name="Thiên Lại" userId="8d336977291b393a" providerId="LiveId" clId="{DDCE6353-21F1-415A-A706-A0A3AC2A4FA1}" dt="2026-01-10T06:27:20.752" v="5850" actId="478"/>
          <ac:spMkLst>
            <pc:docMk/>
            <pc:sldMk cId="4110902550" sldId="283"/>
            <ac:spMk id="7" creationId="{9BEEF057-2961-5CF4-5BB0-094F084A57EE}"/>
          </ac:spMkLst>
        </pc:spChg>
        <pc:spChg chg="add del mod">
          <ac:chgData name="Thiên Lại" userId="8d336977291b393a" providerId="LiveId" clId="{DDCE6353-21F1-415A-A706-A0A3AC2A4FA1}" dt="2026-01-10T06:27:20.752" v="5850" actId="478"/>
          <ac:spMkLst>
            <pc:docMk/>
            <pc:sldMk cId="4110902550" sldId="283"/>
            <ac:spMk id="14" creationId="{183E2B0B-2614-9917-D533-8BC45CCD87D6}"/>
          </ac:spMkLst>
        </pc:spChg>
        <pc:spChg chg="add del mod">
          <ac:chgData name="Thiên Lại" userId="8d336977291b393a" providerId="LiveId" clId="{DDCE6353-21F1-415A-A706-A0A3AC2A4FA1}" dt="2026-01-10T06:27:20.752" v="5850" actId="478"/>
          <ac:spMkLst>
            <pc:docMk/>
            <pc:sldMk cId="4110902550" sldId="283"/>
            <ac:spMk id="15" creationId="{A0E46691-FFF3-200D-94BF-824F287EC960}"/>
          </ac:spMkLst>
        </pc:spChg>
        <pc:spChg chg="add del mod">
          <ac:chgData name="Thiên Lại" userId="8d336977291b393a" providerId="LiveId" clId="{DDCE6353-21F1-415A-A706-A0A3AC2A4FA1}" dt="2026-01-10T06:27:20.752" v="5850" actId="478"/>
          <ac:spMkLst>
            <pc:docMk/>
            <pc:sldMk cId="4110902550" sldId="283"/>
            <ac:spMk id="16" creationId="{1ADE64CB-DF6C-86C9-CCBD-1D6B3B300BEF}"/>
          </ac:spMkLst>
        </pc:spChg>
        <pc:spChg chg="add del mod">
          <ac:chgData name="Thiên Lại" userId="8d336977291b393a" providerId="LiveId" clId="{DDCE6353-21F1-415A-A706-A0A3AC2A4FA1}" dt="2026-01-10T06:27:20.752" v="5850" actId="478"/>
          <ac:spMkLst>
            <pc:docMk/>
            <pc:sldMk cId="4110902550" sldId="283"/>
            <ac:spMk id="17" creationId="{4A378038-6097-965D-1634-BE04EB85ED24}"/>
          </ac:spMkLst>
        </pc:spChg>
        <pc:spChg chg="add del mod">
          <ac:chgData name="Thiên Lại" userId="8d336977291b393a" providerId="LiveId" clId="{DDCE6353-21F1-415A-A706-A0A3AC2A4FA1}" dt="2026-01-10T06:27:20.752" v="5850" actId="478"/>
          <ac:spMkLst>
            <pc:docMk/>
            <pc:sldMk cId="4110902550" sldId="283"/>
            <ac:spMk id="18" creationId="{074D547B-E8F9-9ED1-F675-3C0EAC524426}"/>
          </ac:spMkLst>
        </pc:spChg>
        <pc:spChg chg="add del mod">
          <ac:chgData name="Thiên Lại" userId="8d336977291b393a" providerId="LiveId" clId="{DDCE6353-21F1-415A-A706-A0A3AC2A4FA1}" dt="2026-01-10T06:27:20.752" v="5850" actId="478"/>
          <ac:spMkLst>
            <pc:docMk/>
            <pc:sldMk cId="4110902550" sldId="283"/>
            <ac:spMk id="19" creationId="{D16A6171-C7D7-9BB6-BDCA-B540FD579446}"/>
          </ac:spMkLst>
        </pc:spChg>
        <pc:spChg chg="add del mod">
          <ac:chgData name="Thiên Lại" userId="8d336977291b393a" providerId="LiveId" clId="{DDCE6353-21F1-415A-A706-A0A3AC2A4FA1}" dt="2026-01-10T06:27:22.541" v="5851" actId="478"/>
          <ac:spMkLst>
            <pc:docMk/>
            <pc:sldMk cId="4110902550" sldId="283"/>
            <ac:spMk id="23" creationId="{FBD57FB7-6206-E007-F847-30CF8E61A0E8}"/>
          </ac:spMkLst>
        </pc:spChg>
        <pc:spChg chg="del mod">
          <ac:chgData name="Thiên Lại" userId="8d336977291b393a" providerId="LiveId" clId="{DDCE6353-21F1-415A-A706-A0A3AC2A4FA1}" dt="2026-01-10T06:27:20.752" v="5850" actId="478"/>
          <ac:spMkLst>
            <pc:docMk/>
            <pc:sldMk cId="4110902550" sldId="283"/>
            <ac:spMk id="191" creationId="{50E5CF5D-A7F6-D86D-9FBD-CE6D871DA7D8}"/>
          </ac:spMkLst>
        </pc:spChg>
      </pc:sldChg>
      <pc:sldChg chg="addSp delSp modSp add mod ord modTransition">
        <pc:chgData name="Thiên Lại" userId="8d336977291b393a" providerId="LiveId" clId="{DDCE6353-21F1-415A-A706-A0A3AC2A4FA1}" dt="2026-01-10T09:32:04.069" v="8526"/>
        <pc:sldMkLst>
          <pc:docMk/>
          <pc:sldMk cId="0" sldId="294"/>
        </pc:sldMkLst>
        <pc:spChg chg="mod">
          <ac:chgData name="Thiên Lại" userId="8d336977291b393a" providerId="LiveId" clId="{DDCE6353-21F1-415A-A706-A0A3AC2A4FA1}" dt="2026-01-10T06:28:14.039" v="5858" actId="207"/>
          <ac:spMkLst>
            <pc:docMk/>
            <pc:sldMk cId="0" sldId="294"/>
            <ac:spMk id="3" creationId="{00000000-0000-0000-0000-000000000000}"/>
          </ac:spMkLst>
        </pc:spChg>
        <pc:spChg chg="mod">
          <ac:chgData name="Thiên Lại" userId="8d336977291b393a" providerId="LiveId" clId="{DDCE6353-21F1-415A-A706-A0A3AC2A4FA1}" dt="2026-01-10T08:39:33.045" v="7967" actId="207"/>
          <ac:spMkLst>
            <pc:docMk/>
            <pc:sldMk cId="0" sldId="294"/>
            <ac:spMk id="4" creationId="{00000000-0000-0000-0000-000000000000}"/>
          </ac:spMkLst>
        </pc:spChg>
        <pc:spChg chg="mod">
          <ac:chgData name="Thiên Lại" userId="8d336977291b393a" providerId="LiveId" clId="{DDCE6353-21F1-415A-A706-A0A3AC2A4FA1}" dt="2026-01-10T06:26:53.545" v="5847" actId="20577"/>
          <ac:spMkLst>
            <pc:docMk/>
            <pc:sldMk cId="0" sldId="294"/>
            <ac:spMk id="5" creationId="{78A0F627-B9D9-AB48-1B08-18254012F44F}"/>
          </ac:spMkLst>
        </pc:spChg>
        <pc:spChg chg="add del mod">
          <ac:chgData name="Thiên Lại" userId="8d336977291b393a" providerId="LiveId" clId="{DDCE6353-21F1-415A-A706-A0A3AC2A4FA1}" dt="2026-01-10T06:03:42.246" v="5202" actId="478"/>
          <ac:spMkLst>
            <pc:docMk/>
            <pc:sldMk cId="0" sldId="294"/>
            <ac:spMk id="6" creationId="{5795D347-DADD-B11E-E6FA-23DB38E917F5}"/>
          </ac:spMkLst>
        </pc:spChg>
        <pc:spChg chg="add del mod">
          <ac:chgData name="Thiên Lại" userId="8d336977291b393a" providerId="LiveId" clId="{DDCE6353-21F1-415A-A706-A0A3AC2A4FA1}" dt="2026-01-10T06:12:45.543" v="5585" actId="478"/>
          <ac:spMkLst>
            <pc:docMk/>
            <pc:sldMk cId="0" sldId="294"/>
            <ac:spMk id="8" creationId="{C2900F39-2118-76B9-437B-BF9ED46A3362}"/>
          </ac:spMkLst>
        </pc:spChg>
        <pc:spChg chg="mod">
          <ac:chgData name="Thiên Lại" userId="8d336977291b393a" providerId="LiveId" clId="{DDCE6353-21F1-415A-A706-A0A3AC2A4FA1}" dt="2026-01-10T06:23:24.478" v="5828" actId="1076"/>
          <ac:spMkLst>
            <pc:docMk/>
            <pc:sldMk cId="0" sldId="294"/>
            <ac:spMk id="11" creationId="{7B7BD55D-6AB6-75DD-1753-90D0C671A191}"/>
          </ac:spMkLst>
        </pc:spChg>
        <pc:spChg chg="mod">
          <ac:chgData name="Thiên Lại" userId="8d336977291b393a" providerId="LiveId" clId="{DDCE6353-21F1-415A-A706-A0A3AC2A4FA1}" dt="2026-01-10T06:23:24.478" v="5828" actId="1076"/>
          <ac:spMkLst>
            <pc:docMk/>
            <pc:sldMk cId="0" sldId="294"/>
            <ac:spMk id="12" creationId="{EECCDEE2-C377-DDDD-E5CF-9A5B2386FDC3}"/>
          </ac:spMkLst>
        </pc:spChg>
        <pc:cxnChg chg="mod">
          <ac:chgData name="Thiên Lại" userId="8d336977291b393a" providerId="LiveId" clId="{DDCE6353-21F1-415A-A706-A0A3AC2A4FA1}" dt="2026-01-10T06:23:24.478" v="5828" actId="1076"/>
          <ac:cxnSpMkLst>
            <pc:docMk/>
            <pc:sldMk cId="0" sldId="294"/>
            <ac:cxnSpMk id="9" creationId="{80D3DF93-E5E2-4055-48F8-E2FA7DF595D8}"/>
          </ac:cxnSpMkLst>
        </pc:cxnChg>
        <pc:cxnChg chg="add del mod">
          <ac:chgData name="Thiên Lại" userId="8d336977291b393a" providerId="LiveId" clId="{DDCE6353-21F1-415A-A706-A0A3AC2A4FA1}" dt="2026-01-10T06:22:59.505" v="5824" actId="478"/>
          <ac:cxnSpMkLst>
            <pc:docMk/>
            <pc:sldMk cId="0" sldId="294"/>
            <ac:cxnSpMk id="10" creationId="{5E3E85E6-3565-9A12-4564-D98103DBE5F2}"/>
          </ac:cxnSpMkLst>
        </pc:cxnChg>
      </pc:sldChg>
      <pc:sldChg chg="addSp modSp add mod ord modTransition">
        <pc:chgData name="Thiên Lại" userId="8d336977291b393a" providerId="LiveId" clId="{DDCE6353-21F1-415A-A706-A0A3AC2A4FA1}" dt="2026-01-10T09:53:19.430" v="8830" actId="255"/>
        <pc:sldMkLst>
          <pc:docMk/>
          <pc:sldMk cId="4007027315" sldId="295"/>
        </pc:sldMkLst>
        <pc:spChg chg="add">
          <ac:chgData name="Thiên Lại" userId="8d336977291b393a" providerId="LiveId" clId="{DDCE6353-21F1-415A-A706-A0A3AC2A4FA1}" dt="2026-01-10T06:54:10.551" v="6295"/>
          <ac:spMkLst>
            <pc:docMk/>
            <pc:sldMk cId="4007027315" sldId="295"/>
            <ac:spMk id="3" creationId="{C4FBDDB2-1A91-FBAE-3F0C-47B1EB3DCC7B}"/>
          </ac:spMkLst>
        </pc:spChg>
        <pc:spChg chg="mod">
          <ac:chgData name="Thiên Lại" userId="8d336977291b393a" providerId="LiveId" clId="{DDCE6353-21F1-415A-A706-A0A3AC2A4FA1}" dt="2026-01-10T09:52:34.819" v="8818" actId="1076"/>
          <ac:spMkLst>
            <pc:docMk/>
            <pc:sldMk cId="4007027315" sldId="295"/>
            <ac:spMk id="225" creationId="{4FCC506A-6616-7DFE-56C9-6E692E34330D}"/>
          </ac:spMkLst>
        </pc:spChg>
        <pc:spChg chg="mod">
          <ac:chgData name="Thiên Lại" userId="8d336977291b393a" providerId="LiveId" clId="{DDCE6353-21F1-415A-A706-A0A3AC2A4FA1}" dt="2026-01-10T09:53:19.430" v="8830" actId="255"/>
          <ac:spMkLst>
            <pc:docMk/>
            <pc:sldMk cId="4007027315" sldId="295"/>
            <ac:spMk id="226" creationId="{71F13B37-2B60-BAB2-D0FC-D87F9275931F}"/>
          </ac:spMkLst>
        </pc:spChg>
        <pc:grpChg chg="mod">
          <ac:chgData name="Thiên Lại" userId="8d336977291b393a" providerId="LiveId" clId="{DDCE6353-21F1-415A-A706-A0A3AC2A4FA1}" dt="2026-01-10T09:53:10.548" v="8828" actId="1076"/>
          <ac:grpSpMkLst>
            <pc:docMk/>
            <pc:sldMk cId="4007027315" sldId="295"/>
            <ac:grpSpMk id="2" creationId="{200424B4-4660-A30A-AFE5-26988D4C6A55}"/>
          </ac:grpSpMkLst>
        </pc:grpChg>
      </pc:sldChg>
      <pc:sldChg chg="addSp delSp modSp new add del mod setBg">
        <pc:chgData name="Thiên Lại" userId="8d336977291b393a" providerId="LiveId" clId="{DDCE6353-21F1-415A-A706-A0A3AC2A4FA1}" dt="2026-01-10T07:08:41.327" v="6451" actId="680"/>
        <pc:sldMkLst>
          <pc:docMk/>
          <pc:sldMk cId="860224175" sldId="296"/>
        </pc:sldMkLst>
        <pc:spChg chg="add del">
          <ac:chgData name="Thiên Lại" userId="8d336977291b393a" providerId="LiveId" clId="{DDCE6353-21F1-415A-A706-A0A3AC2A4FA1}" dt="2026-01-10T07:08:40.692" v="6450" actId="478"/>
          <ac:spMkLst>
            <pc:docMk/>
            <pc:sldMk cId="860224175" sldId="296"/>
            <ac:spMk id="2" creationId="{1D8E275F-6713-8C6B-DB22-0B8F46B29594}"/>
          </ac:spMkLst>
        </pc:spChg>
        <pc:spChg chg="add del">
          <ac:chgData name="Thiên Lại" userId="8d336977291b393a" providerId="LiveId" clId="{DDCE6353-21F1-415A-A706-A0A3AC2A4FA1}" dt="2026-01-10T07:08:40.692" v="6450" actId="478"/>
          <ac:spMkLst>
            <pc:docMk/>
            <pc:sldMk cId="860224175" sldId="296"/>
            <ac:spMk id="3" creationId="{9A787427-BE8B-E457-E1FB-426EA95D5DE8}"/>
          </ac:spMkLst>
        </pc:spChg>
        <pc:spChg chg="add del">
          <ac:chgData name="Thiên Lại" userId="8d336977291b393a" providerId="LiveId" clId="{DDCE6353-21F1-415A-A706-A0A3AC2A4FA1}" dt="2026-01-10T07:08:40.692" v="6450" actId="478"/>
          <ac:spMkLst>
            <pc:docMk/>
            <pc:sldMk cId="860224175" sldId="296"/>
            <ac:spMk id="4" creationId="{868D8ADA-5A81-E6DA-3ACD-9AE6387CA4AA}"/>
          </ac:spMkLst>
        </pc:spChg>
        <pc:spChg chg="add del">
          <ac:chgData name="Thiên Lại" userId="8d336977291b393a" providerId="LiveId" clId="{DDCE6353-21F1-415A-A706-A0A3AC2A4FA1}" dt="2026-01-10T07:08:39.368" v="6449" actId="478"/>
          <ac:spMkLst>
            <pc:docMk/>
            <pc:sldMk cId="860224175" sldId="296"/>
            <ac:spMk id="5" creationId="{EEA3A475-59BE-FF06-304E-8DDCE100EDA9}"/>
          </ac:spMkLst>
        </pc:spChg>
        <pc:spChg chg="add del">
          <ac:chgData name="Thiên Lại" userId="8d336977291b393a" providerId="LiveId" clId="{DDCE6353-21F1-415A-A706-A0A3AC2A4FA1}" dt="2026-01-10T07:08:37.457" v="6447" actId="26606"/>
          <ac:spMkLst>
            <pc:docMk/>
            <pc:sldMk cId="860224175" sldId="296"/>
            <ac:spMk id="12" creationId="{42A4FC2C-047E-45A5-965D-8E1E3BF09BC6}"/>
          </ac:spMkLst>
        </pc:spChg>
        <pc:picChg chg="add mod">
          <ac:chgData name="Thiên Lại" userId="8d336977291b393a" providerId="LiveId" clId="{DDCE6353-21F1-415A-A706-A0A3AC2A4FA1}" dt="2026-01-10T07:08:38.159" v="6448" actId="1076"/>
          <ac:picMkLst>
            <pc:docMk/>
            <pc:sldMk cId="860224175" sldId="296"/>
            <ac:picMk id="7" creationId="{4842F4FF-FE18-7C42-A41F-C025B1F755F0}"/>
          </ac:picMkLst>
        </pc:picChg>
      </pc:sldChg>
      <pc:sldChg chg="addSp delSp modSp new mod ord modTransition">
        <pc:chgData name="Thiên Lại" userId="8d336977291b393a" providerId="LiveId" clId="{DDCE6353-21F1-415A-A706-A0A3AC2A4FA1}" dt="2026-01-10T09:32:04.069" v="8526"/>
        <pc:sldMkLst>
          <pc:docMk/>
          <pc:sldMk cId="2851058590" sldId="296"/>
        </pc:sldMkLst>
        <pc:spChg chg="del">
          <ac:chgData name="Thiên Lại" userId="8d336977291b393a" providerId="LiveId" clId="{DDCE6353-21F1-415A-A706-A0A3AC2A4FA1}" dt="2026-01-10T07:14:34.259" v="6464" actId="478"/>
          <ac:spMkLst>
            <pc:docMk/>
            <pc:sldMk cId="2851058590" sldId="296"/>
            <ac:spMk id="2" creationId="{D3B6E3F2-E72F-0E53-A9FA-9E4C021DC033}"/>
          </ac:spMkLst>
        </pc:spChg>
        <pc:spChg chg="del">
          <ac:chgData name="Thiên Lại" userId="8d336977291b393a" providerId="LiveId" clId="{DDCE6353-21F1-415A-A706-A0A3AC2A4FA1}" dt="2026-01-10T07:14:34.259" v="6464" actId="478"/>
          <ac:spMkLst>
            <pc:docMk/>
            <pc:sldMk cId="2851058590" sldId="296"/>
            <ac:spMk id="3" creationId="{FB64FB83-A677-7367-2BD1-05FA072B28B1}"/>
          </ac:spMkLst>
        </pc:spChg>
        <pc:spChg chg="del">
          <ac:chgData name="Thiên Lại" userId="8d336977291b393a" providerId="LiveId" clId="{DDCE6353-21F1-415A-A706-A0A3AC2A4FA1}" dt="2026-01-10T07:14:34.259" v="6464" actId="478"/>
          <ac:spMkLst>
            <pc:docMk/>
            <pc:sldMk cId="2851058590" sldId="296"/>
            <ac:spMk id="4" creationId="{44C4ECB3-757D-F5D7-8891-ED435B5C4E71}"/>
          </ac:spMkLst>
        </pc:spChg>
        <pc:grpChg chg="add del mod">
          <ac:chgData name="Thiên Lại" userId="8d336977291b393a" providerId="LiveId" clId="{DDCE6353-21F1-415A-A706-A0A3AC2A4FA1}" dt="2026-01-10T07:17:51.126" v="6514" actId="165"/>
          <ac:grpSpMkLst>
            <pc:docMk/>
            <pc:sldMk cId="2851058590" sldId="296"/>
            <ac:grpSpMk id="7" creationId="{49C35E0C-22CE-FC2A-2A22-3C5107D741A1}"/>
          </ac:grpSpMkLst>
        </pc:grpChg>
        <pc:grpChg chg="add del mod">
          <ac:chgData name="Thiên Lại" userId="8d336977291b393a" providerId="LiveId" clId="{DDCE6353-21F1-415A-A706-A0A3AC2A4FA1}" dt="2026-01-10T07:58:22.880" v="7248" actId="165"/>
          <ac:grpSpMkLst>
            <pc:docMk/>
            <pc:sldMk cId="2851058590" sldId="296"/>
            <ac:grpSpMk id="8" creationId="{0D13095C-DC8E-3D90-1BE2-CA8FFB74C2B5}"/>
          </ac:grpSpMkLst>
        </pc:grpChg>
        <pc:grpChg chg="add mod">
          <ac:chgData name="Thiên Lại" userId="8d336977291b393a" providerId="LiveId" clId="{DDCE6353-21F1-415A-A706-A0A3AC2A4FA1}" dt="2026-01-10T08:01:23.513" v="7280" actId="164"/>
          <ac:grpSpMkLst>
            <pc:docMk/>
            <pc:sldMk cId="2851058590" sldId="296"/>
            <ac:grpSpMk id="15" creationId="{47C9D13E-03BA-BEC2-6CE2-17A4DA3D27C4}"/>
          </ac:grpSpMkLst>
        </pc:grpChg>
        <pc:picChg chg="add del mod topLvl">
          <ac:chgData name="Thiên Lại" userId="8d336977291b393a" providerId="LiveId" clId="{DDCE6353-21F1-415A-A706-A0A3AC2A4FA1}" dt="2026-01-10T07:58:27.301" v="7250" actId="478"/>
          <ac:picMkLst>
            <pc:docMk/>
            <pc:sldMk cId="2851058590" sldId="296"/>
            <ac:picMk id="5" creationId="{36C9BBF7-29B1-117C-A74E-BC974FA5820D}"/>
          </ac:picMkLst>
        </pc:picChg>
        <pc:picChg chg="add mod ord topLvl">
          <ac:chgData name="Thiên Lại" userId="8d336977291b393a" providerId="LiveId" clId="{DDCE6353-21F1-415A-A706-A0A3AC2A4FA1}" dt="2026-01-10T08:01:23.513" v="7280" actId="164"/>
          <ac:picMkLst>
            <pc:docMk/>
            <pc:sldMk cId="2851058590" sldId="296"/>
            <ac:picMk id="6" creationId="{95206F4F-D3B7-7591-1455-DCDF197829B5}"/>
          </ac:picMkLst>
        </pc:picChg>
        <pc:picChg chg="add del mod">
          <ac:chgData name="Thiên Lại" userId="8d336977291b393a" providerId="LiveId" clId="{DDCE6353-21F1-415A-A706-A0A3AC2A4FA1}" dt="2026-01-10T07:58:39.815" v="7256" actId="478"/>
          <ac:picMkLst>
            <pc:docMk/>
            <pc:sldMk cId="2851058590" sldId="296"/>
            <ac:picMk id="10" creationId="{AA36ACA9-FC83-616D-203A-BC96102D255E}"/>
          </ac:picMkLst>
        </pc:picChg>
        <pc:picChg chg="add del mod">
          <ac:chgData name="Thiên Lại" userId="8d336977291b393a" providerId="LiveId" clId="{DDCE6353-21F1-415A-A706-A0A3AC2A4FA1}" dt="2026-01-10T07:59:59.884" v="7262" actId="478"/>
          <ac:picMkLst>
            <pc:docMk/>
            <pc:sldMk cId="2851058590" sldId="296"/>
            <ac:picMk id="12" creationId="{DF23A6B1-7D8D-EBC0-0A31-4E253F6F4221}"/>
          </ac:picMkLst>
        </pc:picChg>
        <pc:picChg chg="add mod ord modCrop">
          <ac:chgData name="Thiên Lại" userId="8d336977291b393a" providerId="LiveId" clId="{DDCE6353-21F1-415A-A706-A0A3AC2A4FA1}" dt="2026-01-10T08:01:23.513" v="7280" actId="164"/>
          <ac:picMkLst>
            <pc:docMk/>
            <pc:sldMk cId="2851058590" sldId="296"/>
            <ac:picMk id="14" creationId="{6485F98A-E3AA-E6C0-CD2F-6AC023FB972E}"/>
          </ac:picMkLst>
        </pc:picChg>
      </pc:sldChg>
      <pc:sldChg chg="add del">
        <pc:chgData name="Thiên Lại" userId="8d336977291b393a" providerId="LiveId" clId="{DDCE6353-21F1-415A-A706-A0A3AC2A4FA1}" dt="2026-01-10T06:49:45.892" v="6219"/>
        <pc:sldMkLst>
          <pc:docMk/>
          <pc:sldMk cId="3232942618" sldId="296"/>
        </pc:sldMkLst>
      </pc:sldChg>
      <pc:sldChg chg="modSp add mod ord modTransition">
        <pc:chgData name="Thiên Lại" userId="8d336977291b393a" providerId="LiveId" clId="{DDCE6353-21F1-415A-A706-A0A3AC2A4FA1}" dt="2026-01-10T09:32:04.069" v="8526"/>
        <pc:sldMkLst>
          <pc:docMk/>
          <pc:sldMk cId="2975006582" sldId="297"/>
        </pc:sldMkLst>
        <pc:spChg chg="mod">
          <ac:chgData name="Thiên Lại" userId="8d336977291b393a" providerId="LiveId" clId="{DDCE6353-21F1-415A-A706-A0A3AC2A4FA1}" dt="2026-01-10T07:20:08.239" v="6570"/>
          <ac:spMkLst>
            <pc:docMk/>
            <pc:sldMk cId="2975006582" sldId="297"/>
            <ac:spMk id="252" creationId="{390A49C0-A2A0-8E28-144A-722049559F82}"/>
          </ac:spMkLst>
        </pc:spChg>
        <pc:spChg chg="mod">
          <ac:chgData name="Thiên Lại" userId="8d336977291b393a" providerId="LiveId" clId="{DDCE6353-21F1-415A-A706-A0A3AC2A4FA1}" dt="2026-01-10T07:20:10.648" v="6573" actId="20577"/>
          <ac:spMkLst>
            <pc:docMk/>
            <pc:sldMk cId="2975006582" sldId="297"/>
            <ac:spMk id="253" creationId="{BBAC9ED8-120C-0A7C-176A-E163246C05D6}"/>
          </ac:spMkLst>
        </pc:spChg>
        <pc:spChg chg="mod">
          <ac:chgData name="Thiên Lại" userId="8d336977291b393a" providerId="LiveId" clId="{DDCE6353-21F1-415A-A706-A0A3AC2A4FA1}" dt="2026-01-10T07:20:08.239" v="6570"/>
          <ac:spMkLst>
            <pc:docMk/>
            <pc:sldMk cId="2975006582" sldId="297"/>
            <ac:spMk id="254" creationId="{7A7EB94C-7FF1-8E6A-C4AB-1C8EA61C49BE}"/>
          </ac:spMkLst>
        </pc:spChg>
        <pc:spChg chg="mod">
          <ac:chgData name="Thiên Lại" userId="8d336977291b393a" providerId="LiveId" clId="{DDCE6353-21F1-415A-A706-A0A3AC2A4FA1}" dt="2026-01-10T08:44:19.025" v="7997" actId="14100"/>
          <ac:spMkLst>
            <pc:docMk/>
            <pc:sldMk cId="2975006582" sldId="297"/>
            <ac:spMk id="255" creationId="{7ADE978F-2945-5B4A-3C49-A094601CB0BE}"/>
          </ac:spMkLst>
        </pc:spChg>
        <pc:spChg chg="mod">
          <ac:chgData name="Thiên Lại" userId="8d336977291b393a" providerId="LiveId" clId="{DDCE6353-21F1-415A-A706-A0A3AC2A4FA1}" dt="2026-01-10T07:20:08.239" v="6570"/>
          <ac:spMkLst>
            <pc:docMk/>
            <pc:sldMk cId="2975006582" sldId="297"/>
            <ac:spMk id="257" creationId="{9B5D4807-769D-9078-5486-F50E4EDB4F9F}"/>
          </ac:spMkLst>
        </pc:spChg>
        <pc:grpChg chg="mod">
          <ac:chgData name="Thiên Lại" userId="8d336977291b393a" providerId="LiveId" clId="{DDCE6353-21F1-415A-A706-A0A3AC2A4FA1}" dt="2026-01-10T07:20:08.239" v="6570"/>
          <ac:grpSpMkLst>
            <pc:docMk/>
            <pc:sldMk cId="2975006582" sldId="297"/>
            <ac:grpSpMk id="15" creationId="{0EC7F419-55FF-1E6C-E3CA-FA26E81E9655}"/>
          </ac:grpSpMkLst>
        </pc:grpChg>
      </pc:sldChg>
      <pc:sldChg chg="addSp delSp modSp add mod modTransition">
        <pc:chgData name="Thiên Lại" userId="8d336977291b393a" providerId="LiveId" clId="{DDCE6353-21F1-415A-A706-A0A3AC2A4FA1}" dt="2026-01-10T09:32:04.069" v="8526"/>
        <pc:sldMkLst>
          <pc:docMk/>
          <pc:sldMk cId="2738513656" sldId="298"/>
        </pc:sldMkLst>
        <pc:spChg chg="mod">
          <ac:chgData name="Thiên Lại" userId="8d336977291b393a" providerId="LiveId" clId="{DDCE6353-21F1-415A-A706-A0A3AC2A4FA1}" dt="2026-01-10T09:13:56.534" v="8336" actId="2711"/>
          <ac:spMkLst>
            <pc:docMk/>
            <pc:sldMk cId="2738513656" sldId="298"/>
            <ac:spMk id="288" creationId="{E66C3455-EB21-03C5-0C42-527E404A1809}"/>
          </ac:spMkLst>
        </pc:spChg>
        <pc:grpChg chg="add mod">
          <ac:chgData name="Thiên Lại" userId="8d336977291b393a" providerId="LiveId" clId="{DDCE6353-21F1-415A-A706-A0A3AC2A4FA1}" dt="2026-01-10T07:30:40.119" v="6802" actId="1076"/>
          <ac:grpSpMkLst>
            <pc:docMk/>
            <pc:sldMk cId="2738513656" sldId="298"/>
            <ac:grpSpMk id="2" creationId="{D6B372BA-20DB-D219-4276-07404E10515A}"/>
          </ac:grpSpMkLst>
        </pc:grpChg>
        <pc:grpChg chg="del">
          <ac:chgData name="Thiên Lại" userId="8d336977291b393a" providerId="LiveId" clId="{DDCE6353-21F1-415A-A706-A0A3AC2A4FA1}" dt="2026-01-10T07:29:08.559" v="6779" actId="165"/>
          <ac:grpSpMkLst>
            <pc:docMk/>
            <pc:sldMk cId="2738513656" sldId="298"/>
            <ac:grpSpMk id="4" creationId="{043B7182-27D9-0FEF-ED10-556F92780DA8}"/>
          </ac:grpSpMkLst>
        </pc:grpChg>
        <pc:grpChg chg="del">
          <ac:chgData name="Thiên Lại" userId="8d336977291b393a" providerId="LiveId" clId="{DDCE6353-21F1-415A-A706-A0A3AC2A4FA1}" dt="2026-01-10T07:21:22.942" v="6584" actId="478"/>
          <ac:grpSpMkLst>
            <pc:docMk/>
            <pc:sldMk cId="2738513656" sldId="298"/>
            <ac:grpSpMk id="5" creationId="{405D5D95-BD2A-CA2D-A1DD-004A35C7537B}"/>
          </ac:grpSpMkLst>
        </pc:grpChg>
        <pc:picChg chg="add del mod ord topLvl modCrop">
          <ac:chgData name="Thiên Lại" userId="8d336977291b393a" providerId="LiveId" clId="{DDCE6353-21F1-415A-A706-A0A3AC2A4FA1}" dt="2026-01-10T07:30:38.366" v="6801" actId="164"/>
          <ac:picMkLst>
            <pc:docMk/>
            <pc:sldMk cId="2738513656" sldId="298"/>
            <ac:picMk id="289" creationId="{3BE5FC72-2BC6-B65D-63DF-A3785546820B}"/>
          </ac:picMkLst>
        </pc:picChg>
        <pc:picChg chg="mod ord topLvl">
          <ac:chgData name="Thiên Lại" userId="8d336977291b393a" providerId="LiveId" clId="{DDCE6353-21F1-415A-A706-A0A3AC2A4FA1}" dt="2026-01-10T08:05:38.048" v="7375" actId="167"/>
          <ac:picMkLst>
            <pc:docMk/>
            <pc:sldMk cId="2738513656" sldId="298"/>
            <ac:picMk id="290" creationId="{123DEFA9-9B0D-6C1D-D22D-F4066E4E24DD}"/>
          </ac:picMkLst>
        </pc:picChg>
      </pc:sldChg>
      <pc:sldChg chg="addSp delSp modSp new mod modTransition">
        <pc:chgData name="Thiên Lại" userId="8d336977291b393a" providerId="LiveId" clId="{DDCE6353-21F1-415A-A706-A0A3AC2A4FA1}" dt="2026-01-10T09:32:04.069" v="8526"/>
        <pc:sldMkLst>
          <pc:docMk/>
          <pc:sldMk cId="1716144574" sldId="299"/>
        </pc:sldMkLst>
        <pc:spChg chg="del">
          <ac:chgData name="Thiên Lại" userId="8d336977291b393a" providerId="LiveId" clId="{DDCE6353-21F1-415A-A706-A0A3AC2A4FA1}" dt="2026-01-10T07:30:48.224" v="6804" actId="478"/>
          <ac:spMkLst>
            <pc:docMk/>
            <pc:sldMk cId="1716144574" sldId="299"/>
            <ac:spMk id="2" creationId="{7DF61AA9-1F4E-DA24-B7C8-DFD767A87C38}"/>
          </ac:spMkLst>
        </pc:spChg>
        <pc:spChg chg="del">
          <ac:chgData name="Thiên Lại" userId="8d336977291b393a" providerId="LiveId" clId="{DDCE6353-21F1-415A-A706-A0A3AC2A4FA1}" dt="2026-01-10T07:30:48.224" v="6804" actId="478"/>
          <ac:spMkLst>
            <pc:docMk/>
            <pc:sldMk cId="1716144574" sldId="299"/>
            <ac:spMk id="3" creationId="{D2FC0585-4807-8014-D629-20A4598A9523}"/>
          </ac:spMkLst>
        </pc:spChg>
        <pc:spChg chg="del">
          <ac:chgData name="Thiên Lại" userId="8d336977291b393a" providerId="LiveId" clId="{DDCE6353-21F1-415A-A706-A0A3AC2A4FA1}" dt="2026-01-10T07:30:48.224" v="6804" actId="478"/>
          <ac:spMkLst>
            <pc:docMk/>
            <pc:sldMk cId="1716144574" sldId="299"/>
            <ac:spMk id="4" creationId="{8BB33935-2437-9BE1-4D24-7E7719BAEEDC}"/>
          </ac:spMkLst>
        </pc:spChg>
        <pc:spChg chg="add mod">
          <ac:chgData name="Thiên Lại" userId="8d336977291b393a" providerId="LiveId" clId="{DDCE6353-21F1-415A-A706-A0A3AC2A4FA1}" dt="2026-01-10T07:31:38.005" v="6816"/>
          <ac:spMkLst>
            <pc:docMk/>
            <pc:sldMk cId="1716144574" sldId="299"/>
            <ac:spMk id="8" creationId="{EC1954D9-20F9-BF47-525F-E77B7EB11DCD}"/>
          </ac:spMkLst>
        </pc:spChg>
        <pc:grpChg chg="add del mod">
          <ac:chgData name="Thiên Lại" userId="8d336977291b393a" providerId="LiveId" clId="{DDCE6353-21F1-415A-A706-A0A3AC2A4FA1}" dt="2026-01-10T07:31:18.042" v="6811" actId="165"/>
          <ac:grpSpMkLst>
            <pc:docMk/>
            <pc:sldMk cId="1716144574" sldId="299"/>
            <ac:grpSpMk id="5" creationId="{5391995D-D05C-E79E-FF23-0BBCBCE2BE7C}"/>
          </ac:grpSpMkLst>
        </pc:grpChg>
        <pc:grpChg chg="add del mod">
          <ac:chgData name="Thiên Lại" userId="8d336977291b393a" providerId="LiveId" clId="{DDCE6353-21F1-415A-A706-A0A3AC2A4FA1}" dt="2026-01-10T08:08:38.318" v="7405" actId="165"/>
          <ac:grpSpMkLst>
            <pc:docMk/>
            <pc:sldMk cId="1716144574" sldId="299"/>
            <ac:grpSpMk id="9" creationId="{4606E2AF-17CA-4C7C-B233-DE4A766D311F}"/>
          </ac:grpSpMkLst>
        </pc:grpChg>
        <pc:picChg chg="del mod topLvl">
          <ac:chgData name="Thiên Lại" userId="8d336977291b393a" providerId="LiveId" clId="{DDCE6353-21F1-415A-A706-A0A3AC2A4FA1}" dt="2026-01-10T07:31:48.012" v="6820" actId="21"/>
          <ac:picMkLst>
            <pc:docMk/>
            <pc:sldMk cId="1716144574" sldId="299"/>
            <ac:picMk id="6" creationId="{1B9519B4-0990-606E-6715-9B99300567BE}"/>
          </ac:picMkLst>
        </pc:picChg>
        <pc:picChg chg="del mod topLvl">
          <ac:chgData name="Thiên Lại" userId="8d336977291b393a" providerId="LiveId" clId="{DDCE6353-21F1-415A-A706-A0A3AC2A4FA1}" dt="2026-01-10T07:31:20.231" v="6812" actId="478"/>
          <ac:picMkLst>
            <pc:docMk/>
            <pc:sldMk cId="1716144574" sldId="299"/>
            <ac:picMk id="7" creationId="{5A7706A5-8022-8432-63B5-069D09EE468A}"/>
          </ac:picMkLst>
        </pc:picChg>
        <pc:picChg chg="del mod topLvl modCrop">
          <ac:chgData name="Thiên Lại" userId="8d336977291b393a" providerId="LiveId" clId="{DDCE6353-21F1-415A-A706-A0A3AC2A4FA1}" dt="2026-01-10T08:09:08.671" v="7413" actId="21"/>
          <ac:picMkLst>
            <pc:docMk/>
            <pc:sldMk cId="1716144574" sldId="299"/>
            <ac:picMk id="10" creationId="{2D97769E-28A6-6189-CA72-0C4CC13CAFF8}"/>
          </ac:picMkLst>
        </pc:picChg>
        <pc:picChg chg="del mod ord topLvl">
          <ac:chgData name="Thiên Lại" userId="8d336977291b393a" providerId="LiveId" clId="{DDCE6353-21F1-415A-A706-A0A3AC2A4FA1}" dt="2026-01-10T08:08:58.352" v="7410" actId="478"/>
          <ac:picMkLst>
            <pc:docMk/>
            <pc:sldMk cId="1716144574" sldId="299"/>
            <ac:picMk id="11" creationId="{864D0EE7-3E17-BC29-7B7B-A80BBFEBDB76}"/>
          </ac:picMkLst>
        </pc:picChg>
      </pc:sldChg>
      <pc:sldChg chg="addSp delSp modSp add mod modTransition">
        <pc:chgData name="Thiên Lại" userId="8d336977291b393a" providerId="LiveId" clId="{DDCE6353-21F1-415A-A706-A0A3AC2A4FA1}" dt="2026-01-10T09:32:04.069" v="8526"/>
        <pc:sldMkLst>
          <pc:docMk/>
          <pc:sldMk cId="4088352108" sldId="300"/>
        </pc:sldMkLst>
        <pc:spChg chg="add mod">
          <ac:chgData name="Thiên Lại" userId="8d336977291b393a" providerId="LiveId" clId="{DDCE6353-21F1-415A-A706-A0A3AC2A4FA1}" dt="2026-01-10T08:13:55.172" v="7584" actId="20577"/>
          <ac:spMkLst>
            <pc:docMk/>
            <pc:sldMk cId="4088352108" sldId="300"/>
            <ac:spMk id="3" creationId="{E8BB4649-D3E7-71B9-48A3-CBAA913673FB}"/>
          </ac:spMkLst>
        </pc:spChg>
        <pc:spChg chg="del">
          <ac:chgData name="Thiên Lại" userId="8d336977291b393a" providerId="LiveId" clId="{DDCE6353-21F1-415A-A706-A0A3AC2A4FA1}" dt="2026-01-10T07:31:46.357" v="6819" actId="478"/>
          <ac:spMkLst>
            <pc:docMk/>
            <pc:sldMk cId="4088352108" sldId="300"/>
            <ac:spMk id="288" creationId="{F6C07DF8-872D-0EB9-ED9E-DD7B77229E8F}"/>
          </ac:spMkLst>
        </pc:spChg>
        <pc:grpChg chg="del">
          <ac:chgData name="Thiên Lại" userId="8d336977291b393a" providerId="LiveId" clId="{DDCE6353-21F1-415A-A706-A0A3AC2A4FA1}" dt="2026-01-10T07:31:43.672" v="6818" actId="478"/>
          <ac:grpSpMkLst>
            <pc:docMk/>
            <pc:sldMk cId="4088352108" sldId="300"/>
            <ac:grpSpMk id="2" creationId="{F4AF375C-D038-8B94-D2BF-C222CC37AEE5}"/>
          </ac:grpSpMkLst>
        </pc:grpChg>
        <pc:picChg chg="add mod modCrop">
          <ac:chgData name="Thiên Lại" userId="8d336977291b393a" providerId="LiveId" clId="{DDCE6353-21F1-415A-A706-A0A3AC2A4FA1}" dt="2026-01-10T08:13:49.314" v="7544" actId="1076"/>
          <ac:picMkLst>
            <pc:docMk/>
            <pc:sldMk cId="4088352108" sldId="300"/>
            <ac:picMk id="6" creationId="{1B9519B4-0990-606E-6715-9B99300567BE}"/>
          </ac:picMkLst>
        </pc:picChg>
      </pc:sldChg>
      <pc:sldChg chg="modSp add mod ord modTransition">
        <pc:chgData name="Thiên Lại" userId="8d336977291b393a" providerId="LiveId" clId="{DDCE6353-21F1-415A-A706-A0A3AC2A4FA1}" dt="2026-01-10T09:32:04.069" v="8526"/>
        <pc:sldMkLst>
          <pc:docMk/>
          <pc:sldMk cId="2942397677" sldId="301"/>
        </pc:sldMkLst>
        <pc:spChg chg="mod">
          <ac:chgData name="Thiên Lại" userId="8d336977291b393a" providerId="LiveId" clId="{DDCE6353-21F1-415A-A706-A0A3AC2A4FA1}" dt="2026-01-10T09:14:02.992" v="8337" actId="2711"/>
          <ac:spMkLst>
            <pc:docMk/>
            <pc:sldMk cId="2942397677" sldId="301"/>
            <ac:spMk id="288" creationId="{EDDAB807-0306-FFEC-5C41-E6D86CC7F794}"/>
          </ac:spMkLst>
        </pc:spChg>
      </pc:sldChg>
      <pc:sldChg chg="addSp delSp modSp add mod modTransition">
        <pc:chgData name="Thiên Lại" userId="8d336977291b393a" providerId="LiveId" clId="{DDCE6353-21F1-415A-A706-A0A3AC2A4FA1}" dt="2026-01-10T09:32:04.069" v="8526"/>
        <pc:sldMkLst>
          <pc:docMk/>
          <pc:sldMk cId="2065276515" sldId="302"/>
        </pc:sldMkLst>
        <pc:spChg chg="add mod">
          <ac:chgData name="Thiên Lại" userId="8d336977291b393a" providerId="LiveId" clId="{DDCE6353-21F1-415A-A706-A0A3AC2A4FA1}" dt="2026-01-10T07:57:05.402" v="7231" actId="207"/>
          <ac:spMkLst>
            <pc:docMk/>
            <pc:sldMk cId="2065276515" sldId="302"/>
            <ac:spMk id="4" creationId="{5332E1C7-F477-267B-2DF3-59C7833FE4CA}"/>
          </ac:spMkLst>
        </pc:spChg>
        <pc:spChg chg="add">
          <ac:chgData name="Thiên Lại" userId="8d336977291b393a" providerId="LiveId" clId="{DDCE6353-21F1-415A-A706-A0A3AC2A4FA1}" dt="2026-01-10T08:01:46.592" v="7285"/>
          <ac:spMkLst>
            <pc:docMk/>
            <pc:sldMk cId="2065276515" sldId="302"/>
            <ac:spMk id="13" creationId="{7E54F9C7-6D9C-1990-0889-470F052CC73C}"/>
          </ac:spMkLst>
        </pc:spChg>
        <pc:spChg chg="mod">
          <ac:chgData name="Thiên Lại" userId="8d336977291b393a" providerId="LiveId" clId="{DDCE6353-21F1-415A-A706-A0A3AC2A4FA1}" dt="2026-01-10T08:11:34.374" v="7491" actId="1076"/>
          <ac:spMkLst>
            <pc:docMk/>
            <pc:sldMk cId="2065276515" sldId="302"/>
            <ac:spMk id="287" creationId="{ACF00C60-AD35-42AF-EA27-47D7BB0C0165}"/>
          </ac:spMkLst>
        </pc:spChg>
        <pc:spChg chg="mod">
          <ac:chgData name="Thiên Lại" userId="8d336977291b393a" providerId="LiveId" clId="{DDCE6353-21F1-415A-A706-A0A3AC2A4FA1}" dt="2026-01-10T09:14:13.205" v="8338" actId="2711"/>
          <ac:spMkLst>
            <pc:docMk/>
            <pc:sldMk cId="2065276515" sldId="302"/>
            <ac:spMk id="288" creationId="{606E92A0-A29A-E6AE-3B97-54071B67D312}"/>
          </ac:spMkLst>
        </pc:spChg>
        <pc:grpChg chg="del">
          <ac:chgData name="Thiên Lại" userId="8d336977291b393a" providerId="LiveId" clId="{DDCE6353-21F1-415A-A706-A0A3AC2A4FA1}" dt="2026-01-10T07:53:18.997" v="7190" actId="478"/>
          <ac:grpSpMkLst>
            <pc:docMk/>
            <pc:sldMk cId="2065276515" sldId="302"/>
            <ac:grpSpMk id="2" creationId="{32292968-F3C0-D36F-C764-26A57A6A6A77}"/>
          </ac:grpSpMkLst>
        </pc:grpChg>
        <pc:grpChg chg="add del mod">
          <ac:chgData name="Thiên Lại" userId="8d336977291b393a" providerId="LiveId" clId="{DDCE6353-21F1-415A-A706-A0A3AC2A4FA1}" dt="2026-01-10T07:58:11.565" v="7247" actId="478"/>
          <ac:grpSpMkLst>
            <pc:docMk/>
            <pc:sldMk cId="2065276515" sldId="302"/>
            <ac:grpSpMk id="5" creationId="{9400A4BD-5A45-4B23-FA6E-D28DB4F7765B}"/>
          </ac:grpSpMkLst>
        </pc:grpChg>
        <pc:grpChg chg="add mod">
          <ac:chgData name="Thiên Lại" userId="8d336977291b393a" providerId="LiveId" clId="{DDCE6353-21F1-415A-A706-A0A3AC2A4FA1}" dt="2026-01-10T08:07:44.885" v="7390" actId="1076"/>
          <ac:grpSpMkLst>
            <pc:docMk/>
            <pc:sldMk cId="2065276515" sldId="302"/>
            <ac:grpSpMk id="10" creationId="{C0CCB05E-B303-D70B-03B6-804E8AE3E008}"/>
          </ac:grpSpMkLst>
        </pc:grpChg>
        <pc:picChg chg="add mod">
          <ac:chgData name="Thiên Lại" userId="8d336977291b393a" providerId="LiveId" clId="{DDCE6353-21F1-415A-A706-A0A3AC2A4FA1}" dt="2026-01-10T07:53:23.727" v="7192" actId="164"/>
          <ac:picMkLst>
            <pc:docMk/>
            <pc:sldMk cId="2065276515" sldId="302"/>
            <ac:picMk id="3" creationId="{2C01A45D-2D87-D069-899C-A26773958DB8}"/>
          </ac:picMkLst>
        </pc:picChg>
        <pc:picChg chg="add del mod modCrop">
          <ac:chgData name="Thiên Lại" userId="8d336977291b393a" providerId="LiveId" clId="{DDCE6353-21F1-415A-A706-A0A3AC2A4FA1}" dt="2026-01-10T07:57:32.380" v="7242" actId="478"/>
          <ac:picMkLst>
            <pc:docMk/>
            <pc:sldMk cId="2065276515" sldId="302"/>
            <ac:picMk id="7" creationId="{715CB83B-E182-B84F-A4BD-B0C57A8D3732}"/>
          </ac:picMkLst>
        </pc:picChg>
        <pc:picChg chg="add del mod">
          <ac:chgData name="Thiên Lại" userId="8d336977291b393a" providerId="LiveId" clId="{DDCE6353-21F1-415A-A706-A0A3AC2A4FA1}" dt="2026-01-10T07:58:10.303" v="7246" actId="478"/>
          <ac:picMkLst>
            <pc:docMk/>
            <pc:sldMk cId="2065276515" sldId="302"/>
            <ac:picMk id="9" creationId="{F1FB149B-1C9D-D4A5-1C31-1D7B7856E081}"/>
          </ac:picMkLst>
        </pc:picChg>
        <pc:picChg chg="mod">
          <ac:chgData name="Thiên Lại" userId="8d336977291b393a" providerId="LiveId" clId="{DDCE6353-21F1-415A-A706-A0A3AC2A4FA1}" dt="2026-01-10T08:01:27.802" v="7281"/>
          <ac:picMkLst>
            <pc:docMk/>
            <pc:sldMk cId="2065276515" sldId="302"/>
            <ac:picMk id="11" creationId="{D8C5C864-FA68-B8B7-8F59-FB8EA3065BA4}"/>
          </ac:picMkLst>
        </pc:picChg>
        <pc:picChg chg="mod">
          <ac:chgData name="Thiên Lại" userId="8d336977291b393a" providerId="LiveId" clId="{DDCE6353-21F1-415A-A706-A0A3AC2A4FA1}" dt="2026-01-10T08:01:27.802" v="7281"/>
          <ac:picMkLst>
            <pc:docMk/>
            <pc:sldMk cId="2065276515" sldId="302"/>
            <ac:picMk id="12" creationId="{84A40D0E-45E7-6D0D-2275-55D6CF8AF39F}"/>
          </ac:picMkLst>
        </pc:picChg>
      </pc:sldChg>
      <pc:sldChg chg="modSp add mod modTransition">
        <pc:chgData name="Thiên Lại" userId="8d336977291b393a" providerId="LiveId" clId="{DDCE6353-21F1-415A-A706-A0A3AC2A4FA1}" dt="2026-01-10T09:32:04.069" v="8526"/>
        <pc:sldMkLst>
          <pc:docMk/>
          <pc:sldMk cId="3749220869" sldId="303"/>
        </pc:sldMkLst>
        <pc:spChg chg="mod">
          <ac:chgData name="Thiên Lại" userId="8d336977291b393a" providerId="LiveId" clId="{DDCE6353-21F1-415A-A706-A0A3AC2A4FA1}" dt="2026-01-10T09:26:12.618" v="8428" actId="120"/>
          <ac:spMkLst>
            <pc:docMk/>
            <pc:sldMk cId="3749220869" sldId="303"/>
            <ac:spMk id="288" creationId="{E13E74D9-B3D9-7381-CBD2-F8193AFDC33B}"/>
          </ac:spMkLst>
        </pc:spChg>
      </pc:sldChg>
      <pc:sldChg chg="addSp delSp modSp add mod modTransition">
        <pc:chgData name="Thiên Lại" userId="8d336977291b393a" providerId="LiveId" clId="{DDCE6353-21F1-415A-A706-A0A3AC2A4FA1}" dt="2026-01-10T09:32:04.069" v="8526"/>
        <pc:sldMkLst>
          <pc:docMk/>
          <pc:sldMk cId="653572196" sldId="304"/>
        </pc:sldMkLst>
        <pc:spChg chg="mod">
          <ac:chgData name="Thiên Lại" userId="8d336977291b393a" providerId="LiveId" clId="{DDCE6353-21F1-415A-A706-A0A3AC2A4FA1}" dt="2026-01-10T08:38:39.767" v="7954" actId="1036"/>
          <ac:spMkLst>
            <pc:docMk/>
            <pc:sldMk cId="653572196" sldId="304"/>
            <ac:spMk id="3" creationId="{0BB77DAC-BCAC-D767-7752-3EF32A34B844}"/>
          </ac:spMkLst>
        </pc:spChg>
        <pc:picChg chg="add mod modCrop">
          <ac:chgData name="Thiên Lại" userId="8d336977291b393a" providerId="LiveId" clId="{DDCE6353-21F1-415A-A706-A0A3AC2A4FA1}" dt="2026-01-10T08:11:11.062" v="7488" actId="1076"/>
          <ac:picMkLst>
            <pc:docMk/>
            <pc:sldMk cId="653572196" sldId="304"/>
            <ac:picMk id="4" creationId="{A0C4289C-A61A-767E-45CE-9DE8C6C5AF54}"/>
          </ac:picMkLst>
        </pc:picChg>
        <pc:picChg chg="del">
          <ac:chgData name="Thiên Lại" userId="8d336977291b393a" providerId="LiveId" clId="{DDCE6353-21F1-415A-A706-A0A3AC2A4FA1}" dt="2026-01-10T08:09:06.872" v="7412" actId="478"/>
          <ac:picMkLst>
            <pc:docMk/>
            <pc:sldMk cId="653572196" sldId="304"/>
            <ac:picMk id="6" creationId="{E3BE77B2-2069-EB53-1E83-6BFE4B6E7661}"/>
          </ac:picMkLst>
        </pc:picChg>
        <pc:picChg chg="add del mod modCrop">
          <ac:chgData name="Thiên Lại" userId="8d336977291b393a" providerId="LiveId" clId="{DDCE6353-21F1-415A-A706-A0A3AC2A4FA1}" dt="2026-01-10T08:10:18.630" v="7475" actId="478"/>
          <ac:picMkLst>
            <pc:docMk/>
            <pc:sldMk cId="653572196" sldId="304"/>
            <ac:picMk id="10" creationId="{2D97769E-28A6-6189-CA72-0C4CC13CAFF8}"/>
          </ac:picMkLst>
        </pc:picChg>
      </pc:sldChg>
      <pc:sldChg chg="addSp delSp modSp add mod modTransition">
        <pc:chgData name="Thiên Lại" userId="8d336977291b393a" providerId="LiveId" clId="{DDCE6353-21F1-415A-A706-A0A3AC2A4FA1}" dt="2026-01-10T09:32:04.069" v="8526"/>
        <pc:sldMkLst>
          <pc:docMk/>
          <pc:sldMk cId="5786354" sldId="305"/>
        </pc:sldMkLst>
        <pc:spChg chg="add mod">
          <ac:chgData name="Thiên Lại" userId="8d336977291b393a" providerId="LiveId" clId="{DDCE6353-21F1-415A-A706-A0A3AC2A4FA1}" dt="2026-01-10T08:18:09.995" v="7591" actId="164"/>
          <ac:spMkLst>
            <pc:docMk/>
            <pc:sldMk cId="5786354" sldId="305"/>
            <ac:spMk id="3" creationId="{522C145A-6AF9-5A05-7B07-FA0AED6B3ED0}"/>
          </ac:spMkLst>
        </pc:spChg>
        <pc:spChg chg="mod">
          <ac:chgData name="Thiên Lại" userId="8d336977291b393a" providerId="LiveId" clId="{DDCE6353-21F1-415A-A706-A0A3AC2A4FA1}" dt="2026-01-10T08:30:20.517" v="7725"/>
          <ac:spMkLst>
            <pc:docMk/>
            <pc:sldMk cId="5786354" sldId="305"/>
            <ac:spMk id="7" creationId="{1D57DC84-2C50-57B1-2DEC-3DF24E9561A3}"/>
          </ac:spMkLst>
        </pc:spChg>
        <pc:spChg chg="mod">
          <ac:chgData name="Thiên Lại" userId="8d336977291b393a" providerId="LiveId" clId="{DDCE6353-21F1-415A-A706-A0A3AC2A4FA1}" dt="2026-01-10T08:34:32.861" v="7793"/>
          <ac:spMkLst>
            <pc:docMk/>
            <pc:sldMk cId="5786354" sldId="305"/>
            <ac:spMk id="13" creationId="{6F0F8528-0916-A5C6-3B0C-030E5BDC3243}"/>
          </ac:spMkLst>
        </pc:spChg>
        <pc:spChg chg="mod">
          <ac:chgData name="Thiên Lại" userId="8d336977291b393a" providerId="LiveId" clId="{DDCE6353-21F1-415A-A706-A0A3AC2A4FA1}" dt="2026-01-10T09:14:25.978" v="8340" actId="2711"/>
          <ac:spMkLst>
            <pc:docMk/>
            <pc:sldMk cId="5786354" sldId="305"/>
            <ac:spMk id="288" creationId="{8A609CC2-DC02-E899-E1EC-5F1FE4D397D0}"/>
          </ac:spMkLst>
        </pc:spChg>
        <pc:grpChg chg="add del mod">
          <ac:chgData name="Thiên Lại" userId="8d336977291b393a" providerId="LiveId" clId="{DDCE6353-21F1-415A-A706-A0A3AC2A4FA1}" dt="2026-01-10T08:18:20.200" v="7594" actId="478"/>
          <ac:grpSpMkLst>
            <pc:docMk/>
            <pc:sldMk cId="5786354" sldId="305"/>
            <ac:grpSpMk id="4" creationId="{122D1597-349A-4A40-B4CF-CEA138923FCB}"/>
          </ac:grpSpMkLst>
        </pc:grpChg>
        <pc:grpChg chg="add del mod">
          <ac:chgData name="Thiên Lại" userId="8d336977291b393a" providerId="LiveId" clId="{DDCE6353-21F1-415A-A706-A0A3AC2A4FA1}" dt="2026-01-10T08:34:41.240" v="7796" actId="478"/>
          <ac:grpSpMkLst>
            <pc:docMk/>
            <pc:sldMk cId="5786354" sldId="305"/>
            <ac:grpSpMk id="5" creationId="{812F3BF7-E716-4E74-E5F5-8482F99A2FC0}"/>
          </ac:grpSpMkLst>
        </pc:grpChg>
        <pc:grpChg chg="add mod">
          <ac:chgData name="Thiên Lại" userId="8d336977291b393a" providerId="LiveId" clId="{DDCE6353-21F1-415A-A706-A0A3AC2A4FA1}" dt="2026-01-10T08:34:44.433" v="7797" actId="1076"/>
          <ac:grpSpMkLst>
            <pc:docMk/>
            <pc:sldMk cId="5786354" sldId="305"/>
            <ac:grpSpMk id="8" creationId="{66A0346F-38D0-467A-6117-B4993A3CF4B8}"/>
          </ac:grpSpMkLst>
        </pc:grpChg>
        <pc:grpChg chg="del">
          <ac:chgData name="Thiên Lại" userId="8d336977291b393a" providerId="LiveId" clId="{DDCE6353-21F1-415A-A706-A0A3AC2A4FA1}" dt="2026-01-10T08:17:48.760" v="7589" actId="478"/>
          <ac:grpSpMkLst>
            <pc:docMk/>
            <pc:sldMk cId="5786354" sldId="305"/>
            <ac:grpSpMk id="10" creationId="{EF9B2818-6AA2-2AB5-6B83-0D3D856DBB84}"/>
          </ac:grpSpMkLst>
        </pc:grpChg>
        <pc:picChg chg="add mod">
          <ac:chgData name="Thiên Lại" userId="8d336977291b393a" providerId="LiveId" clId="{DDCE6353-21F1-415A-A706-A0A3AC2A4FA1}" dt="2026-01-10T08:18:09.995" v="7591" actId="164"/>
          <ac:picMkLst>
            <pc:docMk/>
            <pc:sldMk cId="5786354" sldId="305"/>
            <ac:picMk id="2" creationId="{09B25CC6-D518-6532-69B8-3A1F0C1122A6}"/>
          </ac:picMkLst>
        </pc:picChg>
        <pc:picChg chg="mod">
          <ac:chgData name="Thiên Lại" userId="8d336977291b393a" providerId="LiveId" clId="{DDCE6353-21F1-415A-A706-A0A3AC2A4FA1}" dt="2026-01-10T08:18:25.020" v="7595"/>
          <ac:picMkLst>
            <pc:docMk/>
            <pc:sldMk cId="5786354" sldId="305"/>
            <ac:picMk id="6" creationId="{72883964-4F23-D2AC-FA7D-F1854CB1F3ED}"/>
          </ac:picMkLst>
        </pc:picChg>
        <pc:picChg chg="mod">
          <ac:chgData name="Thiên Lại" userId="8d336977291b393a" providerId="LiveId" clId="{DDCE6353-21F1-415A-A706-A0A3AC2A4FA1}" dt="2026-01-10T08:34:32.861" v="7793"/>
          <ac:picMkLst>
            <pc:docMk/>
            <pc:sldMk cId="5786354" sldId="305"/>
            <ac:picMk id="9" creationId="{A1313EB3-D646-0259-8B8E-4601E81BDC62}"/>
          </ac:picMkLst>
        </pc:picChg>
        <pc:picChg chg="mod">
          <ac:chgData name="Thiên Lại" userId="8d336977291b393a" providerId="LiveId" clId="{DDCE6353-21F1-415A-A706-A0A3AC2A4FA1}" dt="2026-01-10T08:34:32.861" v="7793"/>
          <ac:picMkLst>
            <pc:docMk/>
            <pc:sldMk cId="5786354" sldId="305"/>
            <ac:picMk id="14" creationId="{368CFE98-E8A7-A5FB-CFEE-A3A4FEC6FD2A}"/>
          </ac:picMkLst>
        </pc:picChg>
        <pc:picChg chg="mod">
          <ac:chgData name="Thiên Lại" userId="8d336977291b393a" providerId="LiveId" clId="{DDCE6353-21F1-415A-A706-A0A3AC2A4FA1}" dt="2026-01-10T08:34:32.861" v="7793"/>
          <ac:picMkLst>
            <pc:docMk/>
            <pc:sldMk cId="5786354" sldId="305"/>
            <ac:picMk id="15" creationId="{51EAAB9E-C015-C09B-D728-D810F28C9FA5}"/>
          </ac:picMkLst>
        </pc:picChg>
      </pc:sldChg>
      <pc:sldChg chg="addSp delSp modSp add mod modTransition">
        <pc:chgData name="Thiên Lại" userId="8d336977291b393a" providerId="LiveId" clId="{DDCE6353-21F1-415A-A706-A0A3AC2A4FA1}" dt="2026-01-10T09:32:04.069" v="8526"/>
        <pc:sldMkLst>
          <pc:docMk/>
          <pc:sldMk cId="2468252816" sldId="306"/>
        </pc:sldMkLst>
        <pc:spChg chg="mod">
          <ac:chgData name="Thiên Lại" userId="8d336977291b393a" providerId="LiveId" clId="{DDCE6353-21F1-415A-A706-A0A3AC2A4FA1}" dt="2026-01-10T08:35:06.696" v="7803"/>
          <ac:spMkLst>
            <pc:docMk/>
            <pc:sldMk cId="2468252816" sldId="306"/>
            <ac:spMk id="4" creationId="{EF9A1743-5197-F5A7-439B-D92A80886D61}"/>
          </ac:spMkLst>
        </pc:spChg>
        <pc:spChg chg="mod">
          <ac:chgData name="Thiên Lại" userId="8d336977291b393a" providerId="LiveId" clId="{DDCE6353-21F1-415A-A706-A0A3AC2A4FA1}" dt="2026-01-10T08:34:55.889" v="7800" actId="1076"/>
          <ac:spMkLst>
            <pc:docMk/>
            <pc:sldMk cId="2468252816" sldId="306"/>
            <ac:spMk id="287" creationId="{BD693501-8452-07DE-C059-E4CEA89DA7F9}"/>
          </ac:spMkLst>
        </pc:spChg>
        <pc:spChg chg="mod">
          <ac:chgData name="Thiên Lại" userId="8d336977291b393a" providerId="LiveId" clId="{DDCE6353-21F1-415A-A706-A0A3AC2A4FA1}" dt="2026-01-10T09:14:33.423" v="8341"/>
          <ac:spMkLst>
            <pc:docMk/>
            <pc:sldMk cId="2468252816" sldId="306"/>
            <ac:spMk id="288" creationId="{05ED87FF-561F-EEF8-C2E7-784C1E8E03D3}"/>
          </ac:spMkLst>
        </pc:spChg>
        <pc:grpChg chg="add mod">
          <ac:chgData name="Thiên Lại" userId="8d336977291b393a" providerId="LiveId" clId="{DDCE6353-21F1-415A-A706-A0A3AC2A4FA1}" dt="2026-01-10T08:35:06.696" v="7803"/>
          <ac:grpSpMkLst>
            <pc:docMk/>
            <pc:sldMk cId="2468252816" sldId="306"/>
            <ac:grpSpMk id="2" creationId="{0080589A-8F47-F1B3-220E-95397C82ED12}"/>
          </ac:grpSpMkLst>
        </pc:grpChg>
        <pc:grpChg chg="del">
          <ac:chgData name="Thiên Lại" userId="8d336977291b393a" providerId="LiveId" clId="{DDCE6353-21F1-415A-A706-A0A3AC2A4FA1}" dt="2026-01-10T08:35:06.298" v="7802" actId="478"/>
          <ac:grpSpMkLst>
            <pc:docMk/>
            <pc:sldMk cId="2468252816" sldId="306"/>
            <ac:grpSpMk id="5" creationId="{03D7A18D-B866-5AA0-8709-7AF521BCCB03}"/>
          </ac:grpSpMkLst>
        </pc:grpChg>
        <pc:picChg chg="mod">
          <ac:chgData name="Thiên Lại" userId="8d336977291b393a" providerId="LiveId" clId="{DDCE6353-21F1-415A-A706-A0A3AC2A4FA1}" dt="2026-01-10T08:35:06.696" v="7803"/>
          <ac:picMkLst>
            <pc:docMk/>
            <pc:sldMk cId="2468252816" sldId="306"/>
            <ac:picMk id="3" creationId="{0A638D3A-D17A-D985-3332-5BC6A320C802}"/>
          </ac:picMkLst>
        </pc:picChg>
        <pc:picChg chg="mod">
          <ac:chgData name="Thiên Lại" userId="8d336977291b393a" providerId="LiveId" clId="{DDCE6353-21F1-415A-A706-A0A3AC2A4FA1}" dt="2026-01-10T08:35:06.696" v="7803"/>
          <ac:picMkLst>
            <pc:docMk/>
            <pc:sldMk cId="2468252816" sldId="306"/>
            <ac:picMk id="8" creationId="{4C66F6EF-2566-D412-E0A0-0B33A28A3F27}"/>
          </ac:picMkLst>
        </pc:picChg>
        <pc:picChg chg="mod">
          <ac:chgData name="Thiên Lại" userId="8d336977291b393a" providerId="LiveId" clId="{DDCE6353-21F1-415A-A706-A0A3AC2A4FA1}" dt="2026-01-10T08:35:06.696" v="7803"/>
          <ac:picMkLst>
            <pc:docMk/>
            <pc:sldMk cId="2468252816" sldId="306"/>
            <ac:picMk id="9" creationId="{10930895-C655-65B5-390B-F3A1EF770396}"/>
          </ac:picMkLst>
        </pc:picChg>
      </pc:sldChg>
      <pc:sldChg chg="addSp delSp modSp new del mod modTransition">
        <pc:chgData name="Thiên Lại" userId="8d336977291b393a" providerId="LiveId" clId="{DDCE6353-21F1-415A-A706-A0A3AC2A4FA1}" dt="2026-01-10T09:59:49.037" v="8884" actId="47"/>
        <pc:sldMkLst>
          <pc:docMk/>
          <pc:sldMk cId="1622002559" sldId="307"/>
        </pc:sldMkLst>
        <pc:spChg chg="del">
          <ac:chgData name="Thiên Lại" userId="8d336977291b393a" providerId="LiveId" clId="{DDCE6353-21F1-415A-A706-A0A3AC2A4FA1}" dt="2026-01-10T08:30:31.028" v="7727" actId="478"/>
          <ac:spMkLst>
            <pc:docMk/>
            <pc:sldMk cId="1622002559" sldId="307"/>
            <ac:spMk id="2" creationId="{76D80FE3-2742-C0F8-03A2-3A33A80CF321}"/>
          </ac:spMkLst>
        </pc:spChg>
        <pc:spChg chg="del">
          <ac:chgData name="Thiên Lại" userId="8d336977291b393a" providerId="LiveId" clId="{DDCE6353-21F1-415A-A706-A0A3AC2A4FA1}" dt="2026-01-10T08:30:31.028" v="7727" actId="478"/>
          <ac:spMkLst>
            <pc:docMk/>
            <pc:sldMk cId="1622002559" sldId="307"/>
            <ac:spMk id="3" creationId="{A10689D6-1BFE-551D-98FD-896032815C1B}"/>
          </ac:spMkLst>
        </pc:spChg>
        <pc:spChg chg="del">
          <ac:chgData name="Thiên Lại" userId="8d336977291b393a" providerId="LiveId" clId="{DDCE6353-21F1-415A-A706-A0A3AC2A4FA1}" dt="2026-01-10T08:30:31.028" v="7727" actId="478"/>
          <ac:spMkLst>
            <pc:docMk/>
            <pc:sldMk cId="1622002559" sldId="307"/>
            <ac:spMk id="4" creationId="{6A478D6D-E77F-CDD9-D634-2C67DF31D3F3}"/>
          </ac:spMkLst>
        </pc:spChg>
        <pc:spChg chg="add del mod topLvl">
          <ac:chgData name="Thiên Lại" userId="8d336977291b393a" providerId="LiveId" clId="{DDCE6353-21F1-415A-A706-A0A3AC2A4FA1}" dt="2026-01-10T08:34:18.718" v="7790" actId="164"/>
          <ac:spMkLst>
            <pc:docMk/>
            <pc:sldMk cId="1622002559" sldId="307"/>
            <ac:spMk id="7" creationId="{DEAEEA93-2566-1E56-F189-F51B1B5B8744}"/>
          </ac:spMkLst>
        </pc:spChg>
        <pc:spChg chg="add del mod">
          <ac:chgData name="Thiên Lại" userId="8d336977291b393a" providerId="LiveId" clId="{DDCE6353-21F1-415A-A706-A0A3AC2A4FA1}" dt="2026-01-10T08:31:48.466" v="7747" actId="478"/>
          <ac:spMkLst>
            <pc:docMk/>
            <pc:sldMk cId="1622002559" sldId="307"/>
            <ac:spMk id="8" creationId="{DEAEEA93-2566-1E56-F189-F51B1B5B8744}"/>
          </ac:spMkLst>
        </pc:spChg>
        <pc:grpChg chg="add del mod">
          <ac:chgData name="Thiên Lại" userId="8d336977291b393a" providerId="LiveId" clId="{DDCE6353-21F1-415A-A706-A0A3AC2A4FA1}" dt="2026-01-10T08:30:52.572" v="7735" actId="165"/>
          <ac:grpSpMkLst>
            <pc:docMk/>
            <pc:sldMk cId="1622002559" sldId="307"/>
            <ac:grpSpMk id="5" creationId="{AB7A25A1-0A34-B471-D523-025C1D084C8E}"/>
          </ac:grpSpMkLst>
        </pc:grpChg>
        <pc:grpChg chg="add mod">
          <ac:chgData name="Thiên Lại" userId="8d336977291b393a" providerId="LiveId" clId="{DDCE6353-21F1-415A-A706-A0A3AC2A4FA1}" dt="2026-01-10T08:34:18.718" v="7790" actId="164"/>
          <ac:grpSpMkLst>
            <pc:docMk/>
            <pc:sldMk cId="1622002559" sldId="307"/>
            <ac:grpSpMk id="17" creationId="{122DF02C-B5C7-6304-6252-67AE99178338}"/>
          </ac:grpSpMkLst>
        </pc:grpChg>
        <pc:picChg chg="mod topLvl">
          <ac:chgData name="Thiên Lại" userId="8d336977291b393a" providerId="LiveId" clId="{DDCE6353-21F1-415A-A706-A0A3AC2A4FA1}" dt="2026-01-10T08:34:18.718" v="7790" actId="164"/>
          <ac:picMkLst>
            <pc:docMk/>
            <pc:sldMk cId="1622002559" sldId="307"/>
            <ac:picMk id="6" creationId="{8346F73A-3DCD-5F72-104F-081843A4C01C}"/>
          </ac:picMkLst>
        </pc:picChg>
        <pc:picChg chg="add del mod">
          <ac:chgData name="Thiên Lại" userId="8d336977291b393a" providerId="LiveId" clId="{DDCE6353-21F1-415A-A706-A0A3AC2A4FA1}" dt="2026-01-10T08:32:04.236" v="7751" actId="478"/>
          <ac:picMkLst>
            <pc:docMk/>
            <pc:sldMk cId="1622002559" sldId="307"/>
            <ac:picMk id="10" creationId="{65D8F4C5-10EC-D9CC-F11B-8AF14EBC2950}"/>
          </ac:picMkLst>
        </pc:picChg>
        <pc:picChg chg="add del mod modCrop">
          <ac:chgData name="Thiên Lại" userId="8d336977291b393a" providerId="LiveId" clId="{DDCE6353-21F1-415A-A706-A0A3AC2A4FA1}" dt="2026-01-10T08:32:40.670" v="7760" actId="478"/>
          <ac:picMkLst>
            <pc:docMk/>
            <pc:sldMk cId="1622002559" sldId="307"/>
            <ac:picMk id="12" creationId="{F00A9856-BAAF-C897-37BB-EB41BAF13DE6}"/>
          </ac:picMkLst>
        </pc:picChg>
        <pc:picChg chg="add mod modCrop">
          <ac:chgData name="Thiên Lại" userId="8d336977291b393a" providerId="LiveId" clId="{DDCE6353-21F1-415A-A706-A0A3AC2A4FA1}" dt="2026-01-10T08:34:18.718" v="7790" actId="164"/>
          <ac:picMkLst>
            <pc:docMk/>
            <pc:sldMk cId="1622002559" sldId="307"/>
            <ac:picMk id="14" creationId="{F56FC34F-5EAA-59C5-86F2-46CCCBB3C600}"/>
          </ac:picMkLst>
        </pc:picChg>
        <pc:picChg chg="add mod modCrop">
          <ac:chgData name="Thiên Lại" userId="8d336977291b393a" providerId="LiveId" clId="{DDCE6353-21F1-415A-A706-A0A3AC2A4FA1}" dt="2026-01-10T08:34:18.718" v="7790" actId="164"/>
          <ac:picMkLst>
            <pc:docMk/>
            <pc:sldMk cId="1622002559" sldId="307"/>
            <ac:picMk id="16" creationId="{F9885F54-FC57-CD8D-C3F9-95761A899C43}"/>
          </ac:picMkLst>
        </pc:picChg>
      </pc:sldChg>
      <pc:sldChg chg="addSp delSp modSp add mod modTransition">
        <pc:chgData name="Thiên Lại" userId="8d336977291b393a" providerId="LiveId" clId="{DDCE6353-21F1-415A-A706-A0A3AC2A4FA1}" dt="2026-01-10T09:32:04.069" v="8526"/>
        <pc:sldMkLst>
          <pc:docMk/>
          <pc:sldMk cId="388774392" sldId="308"/>
        </pc:sldMkLst>
        <pc:spChg chg="mod">
          <ac:chgData name="Thiên Lại" userId="8d336977291b393a" providerId="LiveId" clId="{DDCE6353-21F1-415A-A706-A0A3AC2A4FA1}" dt="2026-01-10T08:36:34.128" v="7933" actId="1076"/>
          <ac:spMkLst>
            <pc:docMk/>
            <pc:sldMk cId="388774392" sldId="308"/>
            <ac:spMk id="3" creationId="{35C993FA-D35E-2859-559E-8282EF747236}"/>
          </ac:spMkLst>
        </pc:spChg>
        <pc:spChg chg="mod">
          <ac:chgData name="Thiên Lại" userId="8d336977291b393a" providerId="LiveId" clId="{DDCE6353-21F1-415A-A706-A0A3AC2A4FA1}" dt="2026-01-10T08:38:30.540" v="7945" actId="1076"/>
          <ac:spMkLst>
            <pc:docMk/>
            <pc:sldMk cId="388774392" sldId="308"/>
            <ac:spMk id="287" creationId="{4CF04E6A-1A53-3424-BFFD-DD7BBF44196B}"/>
          </ac:spMkLst>
        </pc:spChg>
        <pc:picChg chg="del">
          <ac:chgData name="Thiên Lại" userId="8d336977291b393a" providerId="LiveId" clId="{DDCE6353-21F1-415A-A706-A0A3AC2A4FA1}" dt="2026-01-10T08:35:15.004" v="7805" actId="478"/>
          <ac:picMkLst>
            <pc:docMk/>
            <pc:sldMk cId="388774392" sldId="308"/>
            <ac:picMk id="4" creationId="{556E09E9-4709-1319-000F-757E881DD330}"/>
          </ac:picMkLst>
        </pc:picChg>
        <pc:picChg chg="add mod modCrop">
          <ac:chgData name="Thiên Lại" userId="8d336977291b393a" providerId="LiveId" clId="{DDCE6353-21F1-415A-A706-A0A3AC2A4FA1}" dt="2026-01-10T08:38:49.888" v="7962" actId="1036"/>
          <ac:picMkLst>
            <pc:docMk/>
            <pc:sldMk cId="388774392" sldId="308"/>
            <ac:picMk id="5" creationId="{A94D817B-1539-5995-5C9A-CDA6C7FB7116}"/>
          </ac:picMkLst>
        </pc:picChg>
      </pc:sldChg>
      <pc:sldChg chg="addSp delSp modSp add mod modTransition">
        <pc:chgData name="Thiên Lại" userId="8d336977291b393a" providerId="LiveId" clId="{DDCE6353-21F1-415A-A706-A0A3AC2A4FA1}" dt="2026-01-10T09:56:06.941" v="8878" actId="2711"/>
        <pc:sldMkLst>
          <pc:docMk/>
          <pc:sldMk cId="1417182832" sldId="309"/>
        </pc:sldMkLst>
        <pc:spChg chg="add del mod">
          <ac:chgData name="Thiên Lại" userId="8d336977291b393a" providerId="LiveId" clId="{DDCE6353-21F1-415A-A706-A0A3AC2A4FA1}" dt="2026-01-10T08:46:44.678" v="8015" actId="478"/>
          <ac:spMkLst>
            <pc:docMk/>
            <pc:sldMk cId="1417182832" sldId="309"/>
            <ac:spMk id="3" creationId="{C7A7DE56-B98E-F55B-FEBD-F9EFF239C369}"/>
          </ac:spMkLst>
        </pc:spChg>
        <pc:spChg chg="add del mod">
          <ac:chgData name="Thiên Lại" userId="8d336977291b393a" providerId="LiveId" clId="{DDCE6353-21F1-415A-A706-A0A3AC2A4FA1}" dt="2026-01-10T08:46:51.372" v="8018" actId="478"/>
          <ac:spMkLst>
            <pc:docMk/>
            <pc:sldMk cId="1417182832" sldId="309"/>
            <ac:spMk id="5" creationId="{56D17855-5E85-E42F-C530-09730F4B7887}"/>
          </ac:spMkLst>
        </pc:spChg>
        <pc:spChg chg="add mod ord">
          <ac:chgData name="Thiên Lại" userId="8d336977291b393a" providerId="LiveId" clId="{DDCE6353-21F1-415A-A706-A0A3AC2A4FA1}" dt="2026-01-10T08:54:16.415" v="8078" actId="167"/>
          <ac:spMkLst>
            <pc:docMk/>
            <pc:sldMk cId="1417182832" sldId="309"/>
            <ac:spMk id="10" creationId="{34DA2CE1-0E75-7215-4AC0-5774AE339FD0}"/>
          </ac:spMkLst>
        </pc:spChg>
        <pc:spChg chg="mod">
          <ac:chgData name="Thiên Lại" userId="8d336977291b393a" providerId="LiveId" clId="{DDCE6353-21F1-415A-A706-A0A3AC2A4FA1}" dt="2026-01-10T09:01:06.778" v="8160" actId="2711"/>
          <ac:spMkLst>
            <pc:docMk/>
            <pc:sldMk cId="1417182832" sldId="309"/>
            <ac:spMk id="33" creationId="{92E0884F-D257-ACA9-B1E6-1B971B9D85A5}"/>
          </ac:spMkLst>
        </pc:spChg>
        <pc:spChg chg="del">
          <ac:chgData name="Thiên Lại" userId="8d336977291b393a" providerId="LiveId" clId="{DDCE6353-21F1-415A-A706-A0A3AC2A4FA1}" dt="2026-01-10T08:46:06.856" v="8005" actId="478"/>
          <ac:spMkLst>
            <pc:docMk/>
            <pc:sldMk cId="1417182832" sldId="309"/>
            <ac:spMk id="249" creationId="{8765A7F8-EC26-B546-6E94-B8561289991A}"/>
          </ac:spMkLst>
        </pc:spChg>
        <pc:spChg chg="del">
          <ac:chgData name="Thiên Lại" userId="8d336977291b393a" providerId="LiveId" clId="{DDCE6353-21F1-415A-A706-A0A3AC2A4FA1}" dt="2026-01-10T08:46:48.237" v="8016" actId="478"/>
          <ac:spMkLst>
            <pc:docMk/>
            <pc:sldMk cId="1417182832" sldId="309"/>
            <ac:spMk id="250" creationId="{C98E82A0-EDE7-F7A2-484C-B15DD567451E}"/>
          </ac:spMkLst>
        </pc:spChg>
        <pc:spChg chg="del">
          <ac:chgData name="Thiên Lại" userId="8d336977291b393a" providerId="LiveId" clId="{DDCE6353-21F1-415A-A706-A0A3AC2A4FA1}" dt="2026-01-10T08:46:39.465" v="8014" actId="478"/>
          <ac:spMkLst>
            <pc:docMk/>
            <pc:sldMk cId="1417182832" sldId="309"/>
            <ac:spMk id="251" creationId="{9780FA58-B522-7CA5-0CD7-264FCDA13942}"/>
          </ac:spMkLst>
        </pc:spChg>
        <pc:spChg chg="del mod topLvl">
          <ac:chgData name="Thiên Lại" userId="8d336977291b393a" providerId="LiveId" clId="{DDCE6353-21F1-415A-A706-A0A3AC2A4FA1}" dt="2026-01-10T08:47:14.557" v="8023" actId="478"/>
          <ac:spMkLst>
            <pc:docMk/>
            <pc:sldMk cId="1417182832" sldId="309"/>
            <ac:spMk id="252" creationId="{70B82A51-87BC-81F7-6197-CD73F6E7FF77}"/>
          </ac:spMkLst>
        </pc:spChg>
        <pc:spChg chg="mod topLvl">
          <ac:chgData name="Thiên Lại" userId="8d336977291b393a" providerId="LiveId" clId="{DDCE6353-21F1-415A-A706-A0A3AC2A4FA1}" dt="2026-01-10T09:56:06.941" v="8878" actId="2711"/>
          <ac:spMkLst>
            <pc:docMk/>
            <pc:sldMk cId="1417182832" sldId="309"/>
            <ac:spMk id="253" creationId="{1B7A61B7-FF37-C491-6039-1AA1637F8686}"/>
          </ac:spMkLst>
        </pc:spChg>
        <pc:spChg chg="mod topLvl">
          <ac:chgData name="Thiên Lại" userId="8d336977291b393a" providerId="LiveId" clId="{DDCE6353-21F1-415A-A706-A0A3AC2A4FA1}" dt="2026-01-10T08:58:55.364" v="8151" actId="255"/>
          <ac:spMkLst>
            <pc:docMk/>
            <pc:sldMk cId="1417182832" sldId="309"/>
            <ac:spMk id="254" creationId="{E82C353A-E720-6B29-B3BC-823E0CDEADC4}"/>
          </ac:spMkLst>
        </pc:spChg>
        <pc:spChg chg="del">
          <ac:chgData name="Thiên Lại" userId="8d336977291b393a" providerId="LiveId" clId="{DDCE6353-21F1-415A-A706-A0A3AC2A4FA1}" dt="2026-01-10T08:46:50.135" v="8017" actId="478"/>
          <ac:spMkLst>
            <pc:docMk/>
            <pc:sldMk cId="1417182832" sldId="309"/>
            <ac:spMk id="257" creationId="{4CFFD414-84CE-A508-80A2-06637C92FDAE}"/>
          </ac:spMkLst>
        </pc:spChg>
        <pc:grpChg chg="del mod">
          <ac:chgData name="Thiên Lại" userId="8d336977291b393a" providerId="LiveId" clId="{DDCE6353-21F1-415A-A706-A0A3AC2A4FA1}" dt="2026-01-10T08:47:05.885" v="8021" actId="165"/>
          <ac:grpSpMkLst>
            <pc:docMk/>
            <pc:sldMk cId="1417182832" sldId="309"/>
            <ac:grpSpMk id="15" creationId="{C3489A76-6D7F-C690-4E87-041FD7F02930}"/>
          </ac:grpSpMkLst>
        </pc:grpChg>
        <pc:grpChg chg="del">
          <ac:chgData name="Thiên Lại" userId="8d336977291b393a" providerId="LiveId" clId="{DDCE6353-21F1-415A-A706-A0A3AC2A4FA1}" dt="2026-01-10T08:46:12.105" v="8006" actId="165"/>
          <ac:grpSpMkLst>
            <pc:docMk/>
            <pc:sldMk cId="1417182832" sldId="309"/>
            <ac:grpSpMk id="30" creationId="{09498D14-D3F0-4390-74D1-7DD2AFA37C33}"/>
          </ac:grpSpMkLst>
        </pc:grpChg>
        <pc:picChg chg="mod topLvl">
          <ac:chgData name="Thiên Lại" userId="8d336977291b393a" providerId="LiveId" clId="{DDCE6353-21F1-415A-A706-A0A3AC2A4FA1}" dt="2026-01-10T09:02:52.011" v="8178" actId="1076"/>
          <ac:picMkLst>
            <pc:docMk/>
            <pc:sldMk cId="1417182832" sldId="309"/>
            <ac:picMk id="31" creationId="{9C9E7A34-4E60-7DB3-5ACC-D9AA9115A9B7}"/>
          </ac:picMkLst>
        </pc:picChg>
        <pc:picChg chg="del mod topLvl">
          <ac:chgData name="Thiên Lại" userId="8d336977291b393a" providerId="LiveId" clId="{DDCE6353-21F1-415A-A706-A0A3AC2A4FA1}" dt="2026-01-10T08:46:13.870" v="8007" actId="478"/>
          <ac:picMkLst>
            <pc:docMk/>
            <pc:sldMk cId="1417182832" sldId="309"/>
            <ac:picMk id="32" creationId="{A3CF9B5E-C0FB-FD4E-D846-914CC0C342D0}"/>
          </ac:picMkLst>
        </pc:picChg>
        <pc:cxnChg chg="add mod">
          <ac:chgData name="Thiên Lại" userId="8d336977291b393a" providerId="LiveId" clId="{DDCE6353-21F1-415A-A706-A0A3AC2A4FA1}" dt="2026-01-10T08:54:41.274" v="8079" actId="1076"/>
          <ac:cxnSpMkLst>
            <pc:docMk/>
            <pc:sldMk cId="1417182832" sldId="309"/>
            <ac:cxnSpMk id="6" creationId="{D3B1AB5B-EDB6-EF5D-646F-1D494B854266}"/>
          </ac:cxnSpMkLst>
        </pc:cxnChg>
        <pc:cxnChg chg="add mod">
          <ac:chgData name="Thiên Lại" userId="8d336977291b393a" providerId="LiveId" clId="{DDCE6353-21F1-415A-A706-A0A3AC2A4FA1}" dt="2026-01-10T08:54:41.274" v="8079" actId="1076"/>
          <ac:cxnSpMkLst>
            <pc:docMk/>
            <pc:sldMk cId="1417182832" sldId="309"/>
            <ac:cxnSpMk id="8" creationId="{8E0C168F-A7F6-12A6-448C-FBFB86060F26}"/>
          </ac:cxnSpMkLst>
        </pc:cxnChg>
      </pc:sldChg>
      <pc:sldChg chg="delSp modSp add del mod">
        <pc:chgData name="Thiên Lại" userId="8d336977291b393a" providerId="LiveId" clId="{DDCE6353-21F1-415A-A706-A0A3AC2A4FA1}" dt="2026-01-10T08:45:21.828" v="8003" actId="47"/>
        <pc:sldMkLst>
          <pc:docMk/>
          <pc:sldMk cId="2794289708" sldId="309"/>
        </pc:sldMkLst>
        <pc:spChg chg="mod">
          <ac:chgData name="Thiên Lại" userId="8d336977291b393a" providerId="LiveId" clId="{DDCE6353-21F1-415A-A706-A0A3AC2A4FA1}" dt="2026-01-10T08:45:18.757" v="8002" actId="1076"/>
          <ac:spMkLst>
            <pc:docMk/>
            <pc:sldMk cId="2794289708" sldId="309"/>
            <ac:spMk id="33" creationId="{6BBD7C4B-9CAB-101B-7DC8-D9068AB8E73B}"/>
          </ac:spMkLst>
        </pc:spChg>
        <pc:spChg chg="mod">
          <ac:chgData name="Thiên Lại" userId="8d336977291b393a" providerId="LiveId" clId="{DDCE6353-21F1-415A-A706-A0A3AC2A4FA1}" dt="2026-01-10T08:45:18.757" v="8002" actId="1076"/>
          <ac:spMkLst>
            <pc:docMk/>
            <pc:sldMk cId="2794289708" sldId="309"/>
            <ac:spMk id="249" creationId="{F52A8C0E-3960-6F16-4ED8-83ABC0BC7D26}"/>
          </ac:spMkLst>
        </pc:spChg>
        <pc:spChg chg="mod">
          <ac:chgData name="Thiên Lại" userId="8d336977291b393a" providerId="LiveId" clId="{DDCE6353-21F1-415A-A706-A0A3AC2A4FA1}" dt="2026-01-10T08:45:18.757" v="8002" actId="1076"/>
          <ac:spMkLst>
            <pc:docMk/>
            <pc:sldMk cId="2794289708" sldId="309"/>
            <ac:spMk id="250" creationId="{84BAAB9F-0B20-DB1F-7DA0-254868666438}"/>
          </ac:spMkLst>
        </pc:spChg>
        <pc:spChg chg="mod">
          <ac:chgData name="Thiên Lại" userId="8d336977291b393a" providerId="LiveId" clId="{DDCE6353-21F1-415A-A706-A0A3AC2A4FA1}" dt="2026-01-10T08:45:18.757" v="8002" actId="1076"/>
          <ac:spMkLst>
            <pc:docMk/>
            <pc:sldMk cId="2794289708" sldId="309"/>
            <ac:spMk id="251" creationId="{D9DDF16A-8FDF-2B6D-91C9-D806C036C3A9}"/>
          </ac:spMkLst>
        </pc:spChg>
        <pc:grpChg chg="mod">
          <ac:chgData name="Thiên Lại" userId="8d336977291b393a" providerId="LiveId" clId="{DDCE6353-21F1-415A-A706-A0A3AC2A4FA1}" dt="2026-01-10T08:45:18.757" v="8002" actId="1076"/>
          <ac:grpSpMkLst>
            <pc:docMk/>
            <pc:sldMk cId="2794289708" sldId="309"/>
            <ac:grpSpMk id="15" creationId="{CA6A92AC-60C0-BC38-BF13-5E3605091524}"/>
          </ac:grpSpMkLst>
        </pc:grpChg>
        <pc:grpChg chg="del">
          <ac:chgData name="Thiên Lại" userId="8d336977291b393a" providerId="LiveId" clId="{DDCE6353-21F1-415A-A706-A0A3AC2A4FA1}" dt="2026-01-10T08:45:13.335" v="8001" actId="478"/>
          <ac:grpSpMkLst>
            <pc:docMk/>
            <pc:sldMk cId="2794289708" sldId="309"/>
            <ac:grpSpMk id="30" creationId="{798CB88A-890A-958A-BAF2-85003656AD89}"/>
          </ac:grpSpMkLst>
        </pc:grpChg>
      </pc:sldChg>
      <pc:sldChg chg="add del">
        <pc:chgData name="Thiên Lại" userId="8d336977291b393a" providerId="LiveId" clId="{DDCE6353-21F1-415A-A706-A0A3AC2A4FA1}" dt="2026-01-10T09:02:55.129" v="8179" actId="47"/>
        <pc:sldMkLst>
          <pc:docMk/>
          <pc:sldMk cId="4055303591" sldId="310"/>
        </pc:sldMkLst>
      </pc:sldChg>
      <pc:sldChg chg="addSp delSp modSp add mod ord modTransition">
        <pc:chgData name="Thiên Lại" userId="8d336977291b393a" providerId="LiveId" clId="{DDCE6353-21F1-415A-A706-A0A3AC2A4FA1}" dt="2026-01-10T09:32:04.069" v="8526"/>
        <pc:sldMkLst>
          <pc:docMk/>
          <pc:sldMk cId="1000646638" sldId="311"/>
        </pc:sldMkLst>
        <pc:spChg chg="add mod">
          <ac:chgData name="Thiên Lại" userId="8d336977291b393a" providerId="LiveId" clId="{DDCE6353-21F1-415A-A706-A0A3AC2A4FA1}" dt="2026-01-10T09:23:57.259" v="8420" actId="164"/>
          <ac:spMkLst>
            <pc:docMk/>
            <pc:sldMk cId="1000646638" sldId="311"/>
            <ac:spMk id="2" creationId="{5C2F321D-8A30-E116-CEE9-7A077654E3EF}"/>
          </ac:spMkLst>
        </pc:spChg>
        <pc:spChg chg="add mod">
          <ac:chgData name="Thiên Lại" userId="8d336977291b393a" providerId="LiveId" clId="{DDCE6353-21F1-415A-A706-A0A3AC2A4FA1}" dt="2026-01-10T09:23:57.259" v="8420" actId="164"/>
          <ac:spMkLst>
            <pc:docMk/>
            <pc:sldMk cId="1000646638" sldId="311"/>
            <ac:spMk id="4" creationId="{ED5499F6-6C99-9875-10A2-C8494CEF5B70}"/>
          </ac:spMkLst>
        </pc:spChg>
        <pc:spChg chg="add mod">
          <ac:chgData name="Thiên Lại" userId="8d336977291b393a" providerId="LiveId" clId="{DDCE6353-21F1-415A-A706-A0A3AC2A4FA1}" dt="2026-01-10T09:23:57.259" v="8420" actId="164"/>
          <ac:spMkLst>
            <pc:docMk/>
            <pc:sldMk cId="1000646638" sldId="311"/>
            <ac:spMk id="5" creationId="{3205B875-5CA8-736F-A391-13A56B37EE53}"/>
          </ac:spMkLst>
        </pc:spChg>
        <pc:spChg chg="add mod">
          <ac:chgData name="Thiên Lại" userId="8d336977291b393a" providerId="LiveId" clId="{DDCE6353-21F1-415A-A706-A0A3AC2A4FA1}" dt="2026-01-10T09:23:57.259" v="8420" actId="164"/>
          <ac:spMkLst>
            <pc:docMk/>
            <pc:sldMk cId="1000646638" sldId="311"/>
            <ac:spMk id="9" creationId="{5F59E1CC-5231-C5D5-9D24-92D6C79544F8}"/>
          </ac:spMkLst>
        </pc:spChg>
        <pc:spChg chg="del">
          <ac:chgData name="Thiên Lại" userId="8d336977291b393a" providerId="LiveId" clId="{DDCE6353-21F1-415A-A706-A0A3AC2A4FA1}" dt="2026-01-10T09:01:45.575" v="8167" actId="21"/>
          <ac:spMkLst>
            <pc:docMk/>
            <pc:sldMk cId="1000646638" sldId="311"/>
            <ac:spMk id="10" creationId="{5C2F321D-8A30-E116-CEE9-7A077654E3EF}"/>
          </ac:spMkLst>
        </pc:spChg>
        <pc:spChg chg="add mod">
          <ac:chgData name="Thiên Lại" userId="8d336977291b393a" providerId="LiveId" clId="{DDCE6353-21F1-415A-A706-A0A3AC2A4FA1}" dt="2026-01-10T09:23:57.259" v="8420" actId="164"/>
          <ac:spMkLst>
            <pc:docMk/>
            <pc:sldMk cId="1000646638" sldId="311"/>
            <ac:spMk id="11" creationId="{8E46F17D-13C4-B1A6-17FF-3DC20B9899F9}"/>
          </ac:spMkLst>
        </pc:spChg>
        <pc:spChg chg="add del mod">
          <ac:chgData name="Thiên Lại" userId="8d336977291b393a" providerId="LiveId" clId="{DDCE6353-21F1-415A-A706-A0A3AC2A4FA1}" dt="2026-01-10T09:21:12.242" v="8377" actId="478"/>
          <ac:spMkLst>
            <pc:docMk/>
            <pc:sldMk cId="1000646638" sldId="311"/>
            <ac:spMk id="12" creationId="{49BBB6A4-D95C-2CA1-0865-60F1AE6BE3E5}"/>
          </ac:spMkLst>
        </pc:spChg>
        <pc:spChg chg="add mod">
          <ac:chgData name="Thiên Lại" userId="8d336977291b393a" providerId="LiveId" clId="{DDCE6353-21F1-415A-A706-A0A3AC2A4FA1}" dt="2026-01-10T09:23:57.259" v="8420" actId="164"/>
          <ac:spMkLst>
            <pc:docMk/>
            <pc:sldMk cId="1000646638" sldId="311"/>
            <ac:spMk id="13" creationId="{CB8CEE79-3724-EE91-0A11-905761CE92E7}"/>
          </ac:spMkLst>
        </pc:spChg>
        <pc:spChg chg="del">
          <ac:chgData name="Thiên Lại" userId="8d336977291b393a" providerId="LiveId" clId="{DDCE6353-21F1-415A-A706-A0A3AC2A4FA1}" dt="2026-01-10T09:01:46.859" v="8168" actId="478"/>
          <ac:spMkLst>
            <pc:docMk/>
            <pc:sldMk cId="1000646638" sldId="311"/>
            <ac:spMk id="33" creationId="{37AB08D4-763D-2F1C-82CB-6D0065077770}"/>
          </ac:spMkLst>
        </pc:spChg>
        <pc:spChg chg="del">
          <ac:chgData name="Thiên Lại" userId="8d336977291b393a" providerId="LiveId" clId="{DDCE6353-21F1-415A-A706-A0A3AC2A4FA1}" dt="2026-01-10T09:01:46.859" v="8168" actId="478"/>
          <ac:spMkLst>
            <pc:docMk/>
            <pc:sldMk cId="1000646638" sldId="311"/>
            <ac:spMk id="253" creationId="{91E2B54B-F72E-2A67-9B13-2BCBFA80E6B0}"/>
          </ac:spMkLst>
        </pc:spChg>
        <pc:spChg chg="del">
          <ac:chgData name="Thiên Lại" userId="8d336977291b393a" providerId="LiveId" clId="{DDCE6353-21F1-415A-A706-A0A3AC2A4FA1}" dt="2026-01-10T09:01:46.859" v="8168" actId="478"/>
          <ac:spMkLst>
            <pc:docMk/>
            <pc:sldMk cId="1000646638" sldId="311"/>
            <ac:spMk id="254" creationId="{A2BC106D-00B4-BBB3-F908-A6D995A81726}"/>
          </ac:spMkLst>
        </pc:spChg>
        <pc:grpChg chg="add mod">
          <ac:chgData name="Thiên Lại" userId="8d336977291b393a" providerId="LiveId" clId="{DDCE6353-21F1-415A-A706-A0A3AC2A4FA1}" dt="2026-01-10T09:24:03.266" v="8422" actId="12789"/>
          <ac:grpSpMkLst>
            <pc:docMk/>
            <pc:sldMk cId="1000646638" sldId="311"/>
            <ac:grpSpMk id="14" creationId="{8FA833C2-BD2F-FB1A-1F87-2DD04F571FD0}"/>
          </ac:grpSpMkLst>
        </pc:grpChg>
        <pc:picChg chg="add del mod">
          <ac:chgData name="Thiên Lại" userId="8d336977291b393a" providerId="LiveId" clId="{DDCE6353-21F1-415A-A706-A0A3AC2A4FA1}" dt="2026-01-10T09:22:41.168" v="8399" actId="478"/>
          <ac:picMkLst>
            <pc:docMk/>
            <pc:sldMk cId="1000646638" sldId="311"/>
            <ac:picMk id="3" creationId="{1DC6313C-5F31-C9AB-043F-7A217C4455F4}"/>
          </ac:picMkLst>
        </pc:picChg>
        <pc:picChg chg="del">
          <ac:chgData name="Thiên Lại" userId="8d336977291b393a" providerId="LiveId" clId="{DDCE6353-21F1-415A-A706-A0A3AC2A4FA1}" dt="2026-01-10T09:01:46.859" v="8168" actId="478"/>
          <ac:picMkLst>
            <pc:docMk/>
            <pc:sldMk cId="1000646638" sldId="311"/>
            <ac:picMk id="31" creationId="{FC4D0C20-03B5-384E-9E6A-DE942BBDD8CD}"/>
          </ac:picMkLst>
        </pc:picChg>
        <pc:cxnChg chg="del">
          <ac:chgData name="Thiên Lại" userId="8d336977291b393a" providerId="LiveId" clId="{DDCE6353-21F1-415A-A706-A0A3AC2A4FA1}" dt="2026-01-10T09:01:46.859" v="8168" actId="478"/>
          <ac:cxnSpMkLst>
            <pc:docMk/>
            <pc:sldMk cId="1000646638" sldId="311"/>
            <ac:cxnSpMk id="6" creationId="{3BB95A4A-8968-FDFC-D767-88CAF68A4306}"/>
          </ac:cxnSpMkLst>
        </pc:cxnChg>
        <pc:cxnChg chg="add mod">
          <ac:chgData name="Thiên Lại" userId="8d336977291b393a" providerId="LiveId" clId="{DDCE6353-21F1-415A-A706-A0A3AC2A4FA1}" dt="2026-01-10T09:23:57.259" v="8420" actId="164"/>
          <ac:cxnSpMkLst>
            <pc:docMk/>
            <pc:sldMk cId="1000646638" sldId="311"/>
            <ac:cxnSpMk id="7" creationId="{A5285B68-2EA2-C65F-5F99-E10CF0CFEB7C}"/>
          </ac:cxnSpMkLst>
        </pc:cxnChg>
        <pc:cxnChg chg="del">
          <ac:chgData name="Thiên Lại" userId="8d336977291b393a" providerId="LiveId" clId="{DDCE6353-21F1-415A-A706-A0A3AC2A4FA1}" dt="2026-01-10T09:01:46.859" v="8168" actId="478"/>
          <ac:cxnSpMkLst>
            <pc:docMk/>
            <pc:sldMk cId="1000646638" sldId="311"/>
            <ac:cxnSpMk id="8" creationId="{95E27242-F368-C31D-E19B-35AAC8CFE15F}"/>
          </ac:cxnSpMkLst>
        </pc:cxnChg>
      </pc:sldChg>
      <pc:sldChg chg="addSp delSp modSp add mod modTransition">
        <pc:chgData name="Thiên Lại" userId="8d336977291b393a" providerId="LiveId" clId="{DDCE6353-21F1-415A-A706-A0A3AC2A4FA1}" dt="2026-01-10T09:56:12.601" v="8879" actId="2711"/>
        <pc:sldMkLst>
          <pc:docMk/>
          <pc:sldMk cId="4190013473" sldId="312"/>
        </pc:sldMkLst>
        <pc:spChg chg="add mod">
          <ac:chgData name="Thiên Lại" userId="8d336977291b393a" providerId="LiveId" clId="{DDCE6353-21F1-415A-A706-A0A3AC2A4FA1}" dt="2026-01-10T09:05:50.461" v="8246" actId="2711"/>
          <ac:spMkLst>
            <pc:docMk/>
            <pc:sldMk cId="4190013473" sldId="312"/>
            <ac:spMk id="2" creationId="{514C4B18-06EC-646A-8B45-C3DE76C7F882}"/>
          </ac:spMkLst>
        </pc:spChg>
        <pc:spChg chg="del mod">
          <ac:chgData name="Thiên Lại" userId="8d336977291b393a" providerId="LiveId" clId="{DDCE6353-21F1-415A-A706-A0A3AC2A4FA1}" dt="2026-01-10T09:05:31.188" v="8241" actId="478"/>
          <ac:spMkLst>
            <pc:docMk/>
            <pc:sldMk cId="4190013473" sldId="312"/>
            <ac:spMk id="33" creationId="{CADDED84-32C6-09E3-6FA7-0852161366EF}"/>
          </ac:spMkLst>
        </pc:spChg>
        <pc:spChg chg="mod">
          <ac:chgData name="Thiên Lại" userId="8d336977291b393a" providerId="LiveId" clId="{DDCE6353-21F1-415A-A706-A0A3AC2A4FA1}" dt="2026-01-10T09:56:12.601" v="8879" actId="2711"/>
          <ac:spMkLst>
            <pc:docMk/>
            <pc:sldMk cId="4190013473" sldId="312"/>
            <ac:spMk id="253" creationId="{B4E7B1BB-7B65-5A9D-7597-E396BC5D10B1}"/>
          </ac:spMkLst>
        </pc:spChg>
        <pc:spChg chg="mod">
          <ac:chgData name="Thiên Lại" userId="8d336977291b393a" providerId="LiveId" clId="{DDCE6353-21F1-415A-A706-A0A3AC2A4FA1}" dt="2026-01-10T09:05:36.480" v="8244" actId="1076"/>
          <ac:spMkLst>
            <pc:docMk/>
            <pc:sldMk cId="4190013473" sldId="312"/>
            <ac:spMk id="254" creationId="{1BB5FEDB-C94E-1FB3-3458-973F2FA9E307}"/>
          </ac:spMkLst>
        </pc:spChg>
        <pc:cxnChg chg="add mod">
          <ac:chgData name="Thiên Lại" userId="8d336977291b393a" providerId="LiveId" clId="{DDCE6353-21F1-415A-A706-A0A3AC2A4FA1}" dt="2026-01-10T09:05:32.676" v="8243"/>
          <ac:cxnSpMkLst>
            <pc:docMk/>
            <pc:sldMk cId="4190013473" sldId="312"/>
            <ac:cxnSpMk id="3" creationId="{E4114368-B477-BDAE-A674-E38EF77D82F6}"/>
          </ac:cxnSpMkLst>
        </pc:cxnChg>
        <pc:cxnChg chg="del mod">
          <ac:chgData name="Thiên Lại" userId="8d336977291b393a" providerId="LiveId" clId="{DDCE6353-21F1-415A-A706-A0A3AC2A4FA1}" dt="2026-01-10T09:05:31.980" v="8242" actId="478"/>
          <ac:cxnSpMkLst>
            <pc:docMk/>
            <pc:sldMk cId="4190013473" sldId="312"/>
            <ac:cxnSpMk id="8" creationId="{C10BCEE2-9685-C851-1D3F-9E009AEBE10C}"/>
          </ac:cxnSpMkLst>
        </pc:cxnChg>
      </pc:sldChg>
      <pc:sldChg chg="modSp add mod modTransition">
        <pc:chgData name="Thiên Lại" userId="8d336977291b393a" providerId="LiveId" clId="{DDCE6353-21F1-415A-A706-A0A3AC2A4FA1}" dt="2026-01-10T09:56:24.169" v="8880" actId="2711"/>
        <pc:sldMkLst>
          <pc:docMk/>
          <pc:sldMk cId="3363002813" sldId="313"/>
        </pc:sldMkLst>
        <pc:spChg chg="mod">
          <ac:chgData name="Thiên Lại" userId="8d336977291b393a" providerId="LiveId" clId="{DDCE6353-21F1-415A-A706-A0A3AC2A4FA1}" dt="2026-01-10T09:19:11.160" v="8355" actId="2711"/>
          <ac:spMkLst>
            <pc:docMk/>
            <pc:sldMk cId="3363002813" sldId="313"/>
            <ac:spMk id="2" creationId="{9A2B8919-66BA-620A-F700-5BBD735833B2}"/>
          </ac:spMkLst>
        </pc:spChg>
        <pc:spChg chg="mod">
          <ac:chgData name="Thiên Lại" userId="8d336977291b393a" providerId="LiveId" clId="{DDCE6353-21F1-415A-A706-A0A3AC2A4FA1}" dt="2026-01-10T09:56:24.169" v="8880" actId="2711"/>
          <ac:spMkLst>
            <pc:docMk/>
            <pc:sldMk cId="3363002813" sldId="313"/>
            <ac:spMk id="253" creationId="{44E7E295-C304-E86F-C44B-C13D623B87E5}"/>
          </ac:spMkLst>
        </pc:spChg>
        <pc:spChg chg="mod">
          <ac:chgData name="Thiên Lại" userId="8d336977291b393a" providerId="LiveId" clId="{DDCE6353-21F1-415A-A706-A0A3AC2A4FA1}" dt="2026-01-10T09:18:15.834" v="8353" actId="255"/>
          <ac:spMkLst>
            <pc:docMk/>
            <pc:sldMk cId="3363002813" sldId="313"/>
            <ac:spMk id="254" creationId="{11BDB0A9-9661-5156-C2FA-6892E60B9680}"/>
          </ac:spMkLst>
        </pc:spChg>
      </pc:sldChg>
      <pc:sldChg chg="addSp delSp modSp add mod modTransition">
        <pc:chgData name="Thiên Lại" userId="8d336977291b393a" providerId="LiveId" clId="{DDCE6353-21F1-415A-A706-A0A3AC2A4FA1}" dt="2026-01-10T09:48:27.192" v="8782" actId="20577"/>
        <pc:sldMkLst>
          <pc:docMk/>
          <pc:sldMk cId="2470002722" sldId="314"/>
        </pc:sldMkLst>
        <pc:spChg chg="add mod">
          <ac:chgData name="Thiên Lại" userId="8d336977291b393a" providerId="LiveId" clId="{DDCE6353-21F1-415A-A706-A0A3AC2A4FA1}" dt="2026-01-10T09:33:04.883" v="8527"/>
          <ac:spMkLst>
            <pc:docMk/>
            <pc:sldMk cId="2470002722" sldId="314"/>
            <ac:spMk id="3" creationId="{E8F8278D-38B0-6708-33E3-29545CC594CF}"/>
          </ac:spMkLst>
        </pc:spChg>
        <pc:spChg chg="add mod topLvl">
          <ac:chgData name="Thiên Lại" userId="8d336977291b393a" providerId="LiveId" clId="{DDCE6353-21F1-415A-A706-A0A3AC2A4FA1}" dt="2026-01-10T09:36:00.291" v="8540" actId="164"/>
          <ac:spMkLst>
            <pc:docMk/>
            <pc:sldMk cId="2470002722" sldId="314"/>
            <ac:spMk id="5" creationId="{05BB7B44-4138-7489-DFA8-72618C8EDC07}"/>
          </ac:spMkLst>
        </pc:spChg>
        <pc:spChg chg="mod">
          <ac:chgData name="Thiên Lại" userId="8d336977291b393a" providerId="LiveId" clId="{DDCE6353-21F1-415A-A706-A0A3AC2A4FA1}" dt="2026-01-10T09:48:27.192" v="8782" actId="20577"/>
          <ac:spMkLst>
            <pc:docMk/>
            <pc:sldMk cId="2470002722" sldId="314"/>
            <ac:spMk id="288" creationId="{21870AF5-7E8F-2F40-1226-138D5D93DECC}"/>
          </ac:spMkLst>
        </pc:spChg>
        <pc:grpChg chg="add del mod">
          <ac:chgData name="Thiên Lại" userId="8d336977291b393a" providerId="LiveId" clId="{DDCE6353-21F1-415A-A706-A0A3AC2A4FA1}" dt="2026-01-10T09:35:27.712" v="8535" actId="165"/>
          <ac:grpSpMkLst>
            <pc:docMk/>
            <pc:sldMk cId="2470002722" sldId="314"/>
            <ac:grpSpMk id="6" creationId="{9344ECBE-A743-6A3A-5CFD-72D9B5309D2D}"/>
          </ac:grpSpMkLst>
        </pc:grpChg>
        <pc:grpChg chg="add mod">
          <ac:chgData name="Thiên Lại" userId="8d336977291b393a" providerId="LiveId" clId="{DDCE6353-21F1-415A-A706-A0A3AC2A4FA1}" dt="2026-01-10T09:36:00.291" v="8540" actId="164"/>
          <ac:grpSpMkLst>
            <pc:docMk/>
            <pc:sldMk cId="2470002722" sldId="314"/>
            <ac:grpSpMk id="9" creationId="{6FE30EFA-E4A0-F18F-1759-C1F5A02E332C}"/>
          </ac:grpSpMkLst>
        </pc:grpChg>
        <pc:grpChg chg="del">
          <ac:chgData name="Thiên Lại" userId="8d336977291b393a" providerId="LiveId" clId="{DDCE6353-21F1-415A-A706-A0A3AC2A4FA1}" dt="2026-01-10T09:31:46.803" v="8517" actId="478"/>
          <ac:grpSpMkLst>
            <pc:docMk/>
            <pc:sldMk cId="2470002722" sldId="314"/>
            <ac:grpSpMk id="10" creationId="{272E9260-B805-8DE6-2678-FE90F9D4B9B5}"/>
          </ac:grpSpMkLst>
        </pc:grpChg>
        <pc:picChg chg="add mod">
          <ac:chgData name="Thiên Lại" userId="8d336977291b393a" providerId="LiveId" clId="{DDCE6353-21F1-415A-A706-A0A3AC2A4FA1}" dt="2026-01-10T09:33:04.883" v="8527"/>
          <ac:picMkLst>
            <pc:docMk/>
            <pc:sldMk cId="2470002722" sldId="314"/>
            <ac:picMk id="2" creationId="{B0A84B7F-64C3-7D13-C9FF-1793E2D598EF}"/>
          </ac:picMkLst>
        </pc:picChg>
        <pc:picChg chg="add mod topLvl">
          <ac:chgData name="Thiên Lại" userId="8d336977291b393a" providerId="LiveId" clId="{DDCE6353-21F1-415A-A706-A0A3AC2A4FA1}" dt="2026-01-10T09:36:00.291" v="8540" actId="164"/>
          <ac:picMkLst>
            <pc:docMk/>
            <pc:sldMk cId="2470002722" sldId="314"/>
            <ac:picMk id="4" creationId="{0D025130-44FC-C7C2-A3FB-3A8F0ADB4CF1}"/>
          </ac:picMkLst>
        </pc:picChg>
        <pc:picChg chg="add mod">
          <ac:chgData name="Thiên Lại" userId="8d336977291b393a" providerId="LiveId" clId="{DDCE6353-21F1-415A-A706-A0A3AC2A4FA1}" dt="2026-01-10T09:35:29.538" v="8536"/>
          <ac:picMkLst>
            <pc:docMk/>
            <pc:sldMk cId="2470002722" sldId="314"/>
            <ac:picMk id="8" creationId="{C8E8FBC6-E63E-78EA-C056-A8516F1AC480}"/>
          </ac:picMkLst>
        </pc:picChg>
      </pc:sldChg>
      <pc:sldChg chg="addSp delSp modSp add mod ord">
        <pc:chgData name="Thiên Lại" userId="8d336977291b393a" providerId="LiveId" clId="{DDCE6353-21F1-415A-A706-A0A3AC2A4FA1}" dt="2026-01-10T09:41:52.411" v="8638" actId="1076"/>
        <pc:sldMkLst>
          <pc:docMk/>
          <pc:sldMk cId="700801101" sldId="315"/>
        </pc:sldMkLst>
        <pc:spChg chg="mod">
          <ac:chgData name="Thiên Lại" userId="8d336977291b393a" providerId="LiveId" clId="{DDCE6353-21F1-415A-A706-A0A3AC2A4FA1}" dt="2026-01-10T09:41:52.411" v="8638" actId="1076"/>
          <ac:spMkLst>
            <pc:docMk/>
            <pc:sldMk cId="700801101" sldId="315"/>
            <ac:spMk id="3" creationId="{7005AC73-852E-92E6-AC05-9BE29415C2B7}"/>
          </ac:spMkLst>
        </pc:spChg>
        <pc:spChg chg="mod">
          <ac:chgData name="Thiên Lại" userId="8d336977291b393a" providerId="LiveId" clId="{DDCE6353-21F1-415A-A706-A0A3AC2A4FA1}" dt="2026-01-10T09:39:52.627" v="8629" actId="1076"/>
          <ac:spMkLst>
            <pc:docMk/>
            <pc:sldMk cId="700801101" sldId="315"/>
            <ac:spMk id="287" creationId="{31C29325-294C-EDEB-BA7B-3E9C5F7B4F85}"/>
          </ac:spMkLst>
        </pc:spChg>
        <pc:picChg chg="del">
          <ac:chgData name="Thiên Lại" userId="8d336977291b393a" providerId="LiveId" clId="{DDCE6353-21F1-415A-A706-A0A3AC2A4FA1}" dt="2026-01-10T09:36:31.627" v="8544" actId="478"/>
          <ac:picMkLst>
            <pc:docMk/>
            <pc:sldMk cId="700801101" sldId="315"/>
            <ac:picMk id="4" creationId="{1DFCB7FC-A380-ECDA-BE3F-A9A24EA202B8}"/>
          </ac:picMkLst>
        </pc:picChg>
        <pc:picChg chg="add mod modCrop">
          <ac:chgData name="Thiên Lại" userId="8d336977291b393a" providerId="LiveId" clId="{DDCE6353-21F1-415A-A706-A0A3AC2A4FA1}" dt="2026-01-10T09:41:48.885" v="8637" actId="14100"/>
          <ac:picMkLst>
            <pc:docMk/>
            <pc:sldMk cId="700801101" sldId="315"/>
            <ac:picMk id="5" creationId="{2A35F63F-6768-CE21-B0D8-8E25C2C46E5B}"/>
          </ac:picMkLst>
        </pc:picChg>
      </pc:sldChg>
      <pc:sldChg chg="addSp delSp modSp add mod">
        <pc:chgData name="Thiên Lại" userId="8d336977291b393a" providerId="LiveId" clId="{DDCE6353-21F1-415A-A706-A0A3AC2A4FA1}" dt="2026-01-10T09:52:18.391" v="8814" actId="164"/>
        <pc:sldMkLst>
          <pc:docMk/>
          <pc:sldMk cId="87432330" sldId="316"/>
        </pc:sldMkLst>
        <pc:spChg chg="add mod">
          <ac:chgData name="Thiên Lại" userId="8d336977291b393a" providerId="LiveId" clId="{DDCE6353-21F1-415A-A706-A0A3AC2A4FA1}" dt="2026-01-10T09:49:05.519" v="8784" actId="164"/>
          <ac:spMkLst>
            <pc:docMk/>
            <pc:sldMk cId="87432330" sldId="316"/>
            <ac:spMk id="3" creationId="{11EE58FD-C3CD-DA8F-D440-C0460C842944}"/>
          </ac:spMkLst>
        </pc:spChg>
        <pc:spChg chg="add mod topLvl">
          <ac:chgData name="Thiên Lại" userId="8d336977291b393a" providerId="LiveId" clId="{DDCE6353-21F1-415A-A706-A0A3AC2A4FA1}" dt="2026-01-10T09:52:18.391" v="8814" actId="164"/>
          <ac:spMkLst>
            <pc:docMk/>
            <pc:sldMk cId="87432330" sldId="316"/>
            <ac:spMk id="11" creationId="{2843C6DA-2DF0-8342-BFBB-3EF32E3CCDDC}"/>
          </ac:spMkLst>
        </pc:spChg>
        <pc:spChg chg="mod">
          <ac:chgData name="Thiên Lại" userId="8d336977291b393a" providerId="LiveId" clId="{DDCE6353-21F1-415A-A706-A0A3AC2A4FA1}" dt="2026-01-10T09:50:12.117" v="8800" actId="1076"/>
          <ac:spMkLst>
            <pc:docMk/>
            <pc:sldMk cId="87432330" sldId="316"/>
            <ac:spMk id="287" creationId="{ED55D395-C91F-E8EE-7FE6-0FA62828454A}"/>
          </ac:spMkLst>
        </pc:spChg>
        <pc:spChg chg="mod">
          <ac:chgData name="Thiên Lại" userId="8d336977291b393a" providerId="LiveId" clId="{DDCE6353-21F1-415A-A706-A0A3AC2A4FA1}" dt="2026-01-10T09:50:41.853" v="8803" actId="14100"/>
          <ac:spMkLst>
            <pc:docMk/>
            <pc:sldMk cId="87432330" sldId="316"/>
            <ac:spMk id="288" creationId="{61356B8C-904E-F4D7-8A79-1CB3BB89C3F9}"/>
          </ac:spMkLst>
        </pc:spChg>
        <pc:grpChg chg="add del mod">
          <ac:chgData name="Thiên Lại" userId="8d336977291b393a" providerId="LiveId" clId="{DDCE6353-21F1-415A-A706-A0A3AC2A4FA1}" dt="2026-01-10T09:49:24.723" v="8789" actId="478"/>
          <ac:grpSpMkLst>
            <pc:docMk/>
            <pc:sldMk cId="87432330" sldId="316"/>
            <ac:grpSpMk id="6" creationId="{08293338-3736-80FB-92E1-1C0206E90832}"/>
          </ac:grpSpMkLst>
        </pc:grpChg>
        <pc:grpChg chg="del">
          <ac:chgData name="Thiên Lại" userId="8d336977291b393a" providerId="LiveId" clId="{DDCE6353-21F1-415A-A706-A0A3AC2A4FA1}" dt="2026-01-10T09:47:38.965" v="8717" actId="478"/>
          <ac:grpSpMkLst>
            <pc:docMk/>
            <pc:sldMk cId="87432330" sldId="316"/>
            <ac:grpSpMk id="9" creationId="{FFC884FE-0E3E-6FEC-73F1-28F1A88326A5}"/>
          </ac:grpSpMkLst>
        </pc:grpChg>
        <pc:grpChg chg="add del mod">
          <ac:chgData name="Thiên Lại" userId="8d336977291b393a" providerId="LiveId" clId="{DDCE6353-21F1-415A-A706-A0A3AC2A4FA1}" dt="2026-01-10T09:51:57.091" v="8810" actId="165"/>
          <ac:grpSpMkLst>
            <pc:docMk/>
            <pc:sldMk cId="87432330" sldId="316"/>
            <ac:grpSpMk id="13" creationId="{58889460-7DCD-67D5-5CF0-38AB14E94768}"/>
          </ac:grpSpMkLst>
        </pc:grpChg>
        <pc:grpChg chg="add mod">
          <ac:chgData name="Thiên Lại" userId="8d336977291b393a" providerId="LiveId" clId="{DDCE6353-21F1-415A-A706-A0A3AC2A4FA1}" dt="2026-01-10T09:52:18.391" v="8814" actId="164"/>
          <ac:grpSpMkLst>
            <pc:docMk/>
            <pc:sldMk cId="87432330" sldId="316"/>
            <ac:grpSpMk id="14" creationId="{BD52CE65-4FAB-C994-6FAF-54B89BEB1E5D}"/>
          </ac:grpSpMkLst>
        </pc:grpChg>
        <pc:picChg chg="add mod">
          <ac:chgData name="Thiên Lại" userId="8d336977291b393a" providerId="LiveId" clId="{DDCE6353-21F1-415A-A706-A0A3AC2A4FA1}" dt="2026-01-10T09:49:05.519" v="8784" actId="164"/>
          <ac:picMkLst>
            <pc:docMk/>
            <pc:sldMk cId="87432330" sldId="316"/>
            <ac:picMk id="2" creationId="{CAE4060E-6877-2849-6FD4-0B0534CC257D}"/>
          </ac:picMkLst>
        </pc:picChg>
        <pc:picChg chg="add mod">
          <ac:chgData name="Thiên Lại" userId="8d336977291b393a" providerId="LiveId" clId="{DDCE6353-21F1-415A-A706-A0A3AC2A4FA1}" dt="2026-01-10T09:49:25.152" v="8790"/>
          <ac:picMkLst>
            <pc:docMk/>
            <pc:sldMk cId="87432330" sldId="316"/>
            <ac:picMk id="7" creationId="{5267ACA6-C534-538B-67A7-7DE97A5EFCDC}"/>
          </ac:picMkLst>
        </pc:picChg>
        <pc:picChg chg="add mod">
          <ac:chgData name="Thiên Lại" userId="8d336977291b393a" providerId="LiveId" clId="{DDCE6353-21F1-415A-A706-A0A3AC2A4FA1}" dt="2026-01-10T09:49:25.152" v="8790"/>
          <ac:picMkLst>
            <pc:docMk/>
            <pc:sldMk cId="87432330" sldId="316"/>
            <ac:picMk id="8" creationId="{A9D72835-E402-7F38-A850-110B012ABCD9}"/>
          </ac:picMkLst>
        </pc:picChg>
        <pc:picChg chg="add mod topLvl">
          <ac:chgData name="Thiên Lại" userId="8d336977291b393a" providerId="LiveId" clId="{DDCE6353-21F1-415A-A706-A0A3AC2A4FA1}" dt="2026-01-10T09:52:18.391" v="8814" actId="164"/>
          <ac:picMkLst>
            <pc:docMk/>
            <pc:sldMk cId="87432330" sldId="316"/>
            <ac:picMk id="10" creationId="{790C4408-E809-98BC-C08C-66DA52D6FEC8}"/>
          </ac:picMkLst>
        </pc:picChg>
        <pc:picChg chg="add del mod">
          <ac:chgData name="Thiên Lại" userId="8d336977291b393a" providerId="LiveId" clId="{DDCE6353-21F1-415A-A706-A0A3AC2A4FA1}" dt="2026-01-10T09:50:46.419" v="8806" actId="478"/>
          <ac:picMkLst>
            <pc:docMk/>
            <pc:sldMk cId="87432330" sldId="316"/>
            <ac:picMk id="12" creationId="{05CAB341-EF16-BE64-A50A-848F73864E33}"/>
          </ac:picMkLst>
        </pc:picChg>
      </pc:sldChg>
      <pc:sldChg chg="modSp add mod">
        <pc:chgData name="Thiên Lại" userId="8d336977291b393a" providerId="LiveId" clId="{DDCE6353-21F1-415A-A706-A0A3AC2A4FA1}" dt="2026-01-10T09:56:42.045" v="8882" actId="2711"/>
        <pc:sldMkLst>
          <pc:docMk/>
          <pc:sldMk cId="1586288855" sldId="317"/>
        </pc:sldMkLst>
        <pc:spChg chg="mod">
          <ac:chgData name="Thiên Lại" userId="8d336977291b393a" providerId="LiveId" clId="{DDCE6353-21F1-415A-A706-A0A3AC2A4FA1}" dt="2026-01-10T09:56:42.045" v="8882" actId="2711"/>
          <ac:spMkLst>
            <pc:docMk/>
            <pc:sldMk cId="1586288855" sldId="317"/>
            <ac:spMk id="2" creationId="{D6AAC7D9-FFF1-A24F-C8F9-85FD6306FCB6}"/>
          </ac:spMkLst>
        </pc:spChg>
        <pc:spChg chg="mod">
          <ac:chgData name="Thiên Lại" userId="8d336977291b393a" providerId="LiveId" clId="{DDCE6353-21F1-415A-A706-A0A3AC2A4FA1}" dt="2026-01-10T09:55:58.351" v="8877" actId="2711"/>
          <ac:spMkLst>
            <pc:docMk/>
            <pc:sldMk cId="1586288855" sldId="317"/>
            <ac:spMk id="253" creationId="{454AB83F-5C35-31AC-1EA9-B8BCBCBD9307}"/>
          </ac:spMkLst>
        </pc:spChg>
        <pc:spChg chg="mod">
          <ac:chgData name="Thiên Lại" userId="8d336977291b393a" providerId="LiveId" clId="{DDCE6353-21F1-415A-A706-A0A3AC2A4FA1}" dt="2026-01-10T09:54:45.818" v="8876" actId="20577"/>
          <ac:spMkLst>
            <pc:docMk/>
            <pc:sldMk cId="1586288855" sldId="317"/>
            <ac:spMk id="254" creationId="{2B37314F-0D1D-AAE6-3BE9-B7315C179E75}"/>
          </ac:spMkLst>
        </pc:spChg>
      </pc:sldChg>
      <pc:sldChg chg="addSp delSp modSp add mod">
        <pc:chgData name="Thiên Lại" userId="8d336977291b393a" providerId="LiveId" clId="{DDCE6353-21F1-415A-A706-A0A3AC2A4FA1}" dt="2026-01-10T10:09:16.993" v="9160" actId="20577"/>
        <pc:sldMkLst>
          <pc:docMk/>
          <pc:sldMk cId="4180447975" sldId="318"/>
        </pc:sldMkLst>
        <pc:spChg chg="add">
          <ac:chgData name="Thiên Lại" userId="8d336977291b393a" providerId="LiveId" clId="{DDCE6353-21F1-415A-A706-A0A3AC2A4FA1}" dt="2026-01-10T10:02:14.190" v="8930"/>
          <ac:spMkLst>
            <pc:docMk/>
            <pc:sldMk cId="4180447975" sldId="318"/>
            <ac:spMk id="2" creationId="{6EFFC821-F05E-6A84-5D62-3BA62289D5FD}"/>
          </ac:spMkLst>
        </pc:spChg>
        <pc:spChg chg="mod">
          <ac:chgData name="Thiên Lại" userId="8d336977291b393a" providerId="LiveId" clId="{DDCE6353-21F1-415A-A706-A0A3AC2A4FA1}" dt="2026-01-10T10:04:00.464" v="9090"/>
          <ac:spMkLst>
            <pc:docMk/>
            <pc:sldMk cId="4180447975" sldId="318"/>
            <ac:spMk id="4" creationId="{57C70024-6840-F526-1E42-60403B3EF28B}"/>
          </ac:spMkLst>
        </pc:spChg>
        <pc:spChg chg="add mod">
          <ac:chgData name="Thiên Lại" userId="8d336977291b393a" providerId="LiveId" clId="{DDCE6353-21F1-415A-A706-A0A3AC2A4FA1}" dt="2026-01-10T10:08:53.425" v="9148" actId="164"/>
          <ac:spMkLst>
            <pc:docMk/>
            <pc:sldMk cId="4180447975" sldId="318"/>
            <ac:spMk id="15" creationId="{266744E4-165B-3B27-AE93-B97A11BCBEEE}"/>
          </ac:spMkLst>
        </pc:spChg>
        <pc:spChg chg="mod">
          <ac:chgData name="Thiên Lại" userId="8d336977291b393a" providerId="LiveId" clId="{DDCE6353-21F1-415A-A706-A0A3AC2A4FA1}" dt="2026-01-10T10:02:56.469" v="8971" actId="1076"/>
          <ac:spMkLst>
            <pc:docMk/>
            <pc:sldMk cId="4180447975" sldId="318"/>
            <ac:spMk id="287" creationId="{1FE1C0A8-00B2-5E6F-8F93-C8A585140331}"/>
          </ac:spMkLst>
        </pc:spChg>
        <pc:spChg chg="mod">
          <ac:chgData name="Thiên Lại" userId="8d336977291b393a" providerId="LiveId" clId="{DDCE6353-21F1-415A-A706-A0A3AC2A4FA1}" dt="2026-01-10T10:09:16.993" v="9160" actId="20577"/>
          <ac:spMkLst>
            <pc:docMk/>
            <pc:sldMk cId="4180447975" sldId="318"/>
            <ac:spMk id="288" creationId="{912D89D8-EDD7-22FA-07ED-F81F820FC47C}"/>
          </ac:spMkLst>
        </pc:spChg>
        <pc:grpChg chg="add del mod">
          <ac:chgData name="Thiên Lại" userId="8d336977291b393a" providerId="LiveId" clId="{DDCE6353-21F1-415A-A706-A0A3AC2A4FA1}" dt="2026-01-10T10:04:20.775" v="9100" actId="478"/>
          <ac:grpSpMkLst>
            <pc:docMk/>
            <pc:sldMk cId="4180447975" sldId="318"/>
            <ac:grpSpMk id="3" creationId="{CA2643A1-F0B1-673D-4534-696DDB6F9398}"/>
          </ac:grpSpMkLst>
        </pc:grpChg>
        <pc:grpChg chg="add del mod">
          <ac:chgData name="Thiên Lại" userId="8d336977291b393a" providerId="LiveId" clId="{DDCE6353-21F1-415A-A706-A0A3AC2A4FA1}" dt="2026-01-10T10:08:48.834" v="9146" actId="478"/>
          <ac:grpSpMkLst>
            <pc:docMk/>
            <pc:sldMk cId="4180447975" sldId="318"/>
            <ac:grpSpMk id="6" creationId="{F33EA618-B0F9-8613-9979-30515B8827F2}"/>
          </ac:grpSpMkLst>
        </pc:grpChg>
        <pc:grpChg chg="add mod">
          <ac:chgData name="Thiên Lại" userId="8d336977291b393a" providerId="LiveId" clId="{DDCE6353-21F1-415A-A706-A0A3AC2A4FA1}" dt="2026-01-10T10:08:53.425" v="9148" actId="164"/>
          <ac:grpSpMkLst>
            <pc:docMk/>
            <pc:sldMk cId="4180447975" sldId="318"/>
            <ac:grpSpMk id="9" creationId="{546BFE35-AC5D-5B16-06D3-5796BBB9E7C4}"/>
          </ac:grpSpMkLst>
        </pc:grpChg>
        <pc:grpChg chg="del">
          <ac:chgData name="Thiên Lại" userId="8d336977291b393a" providerId="LiveId" clId="{DDCE6353-21F1-415A-A706-A0A3AC2A4FA1}" dt="2026-01-10T10:03:33.718" v="9089" actId="478"/>
          <ac:grpSpMkLst>
            <pc:docMk/>
            <pc:sldMk cId="4180447975" sldId="318"/>
            <ac:grpSpMk id="14" creationId="{61D342C9-784D-9DA3-E998-AB1A3E0E6600}"/>
          </ac:grpSpMkLst>
        </pc:grpChg>
        <pc:grpChg chg="add mod">
          <ac:chgData name="Thiên Lại" userId="8d336977291b393a" providerId="LiveId" clId="{DDCE6353-21F1-415A-A706-A0A3AC2A4FA1}" dt="2026-01-10T10:08:55.603" v="9149" actId="1076"/>
          <ac:grpSpMkLst>
            <pc:docMk/>
            <pc:sldMk cId="4180447975" sldId="318"/>
            <ac:grpSpMk id="16" creationId="{9BCB9230-BA21-C575-9AE1-5FFF6E793C3F}"/>
          </ac:grpSpMkLst>
        </pc:grpChg>
        <pc:picChg chg="mod">
          <ac:chgData name="Thiên Lại" userId="8d336977291b393a" providerId="LiveId" clId="{DDCE6353-21F1-415A-A706-A0A3AC2A4FA1}" dt="2026-01-10T10:04:00.464" v="9090"/>
          <ac:picMkLst>
            <pc:docMk/>
            <pc:sldMk cId="4180447975" sldId="318"/>
            <ac:picMk id="5" creationId="{BAD1ED62-4A58-B26E-3176-8675D62E125B}"/>
          </ac:picMkLst>
        </pc:picChg>
        <pc:picChg chg="mod">
          <ac:chgData name="Thiên Lại" userId="8d336977291b393a" providerId="LiveId" clId="{DDCE6353-21F1-415A-A706-A0A3AC2A4FA1}" dt="2026-01-10T10:06:36.478" v="9101"/>
          <ac:picMkLst>
            <pc:docMk/>
            <pc:sldMk cId="4180447975" sldId="318"/>
            <ac:picMk id="7" creationId="{1B8056FE-F359-F2CB-FB40-0D458EEC97DA}"/>
          </ac:picMkLst>
        </pc:picChg>
        <pc:picChg chg="mod ord">
          <ac:chgData name="Thiên Lại" userId="8d336977291b393a" providerId="LiveId" clId="{DDCE6353-21F1-415A-A706-A0A3AC2A4FA1}" dt="2026-01-10T10:08:29.102" v="9145" actId="167"/>
          <ac:picMkLst>
            <pc:docMk/>
            <pc:sldMk cId="4180447975" sldId="318"/>
            <ac:picMk id="8" creationId="{7784BC99-8673-467F-C0A5-85DFBF1315AB}"/>
          </ac:picMkLst>
        </pc:picChg>
        <pc:picChg chg="mod">
          <ac:chgData name="Thiên Lại" userId="8d336977291b393a" providerId="LiveId" clId="{DDCE6353-21F1-415A-A706-A0A3AC2A4FA1}" dt="2026-01-10T10:08:49.443" v="9147"/>
          <ac:picMkLst>
            <pc:docMk/>
            <pc:sldMk cId="4180447975" sldId="318"/>
            <ac:picMk id="12" creationId="{C79D2DB3-9C52-9129-E284-B35FFFCEF8B3}"/>
          </ac:picMkLst>
        </pc:picChg>
        <pc:picChg chg="mod">
          <ac:chgData name="Thiên Lại" userId="8d336977291b393a" providerId="LiveId" clId="{DDCE6353-21F1-415A-A706-A0A3AC2A4FA1}" dt="2026-01-10T10:08:49.443" v="9147"/>
          <ac:picMkLst>
            <pc:docMk/>
            <pc:sldMk cId="4180447975" sldId="318"/>
            <ac:picMk id="13" creationId="{DEBA554F-FCA1-7639-9FB1-3D7C84B1FA17}"/>
          </ac:picMkLst>
        </pc:picChg>
      </pc:sldChg>
      <pc:sldChg chg="addSp modSp add mod">
        <pc:chgData name="Thiên Lại" userId="8d336977291b393a" providerId="LiveId" clId="{DDCE6353-21F1-415A-A706-A0A3AC2A4FA1}" dt="2026-01-10T10:11:09.780" v="9205" actId="113"/>
        <pc:sldMkLst>
          <pc:docMk/>
          <pc:sldMk cId="1679745678" sldId="319"/>
        </pc:sldMkLst>
        <pc:spChg chg="add">
          <ac:chgData name="Thiên Lại" userId="8d336977291b393a" providerId="LiveId" clId="{DDCE6353-21F1-415A-A706-A0A3AC2A4FA1}" dt="2026-01-10T10:10:46.986" v="9190"/>
          <ac:spMkLst>
            <pc:docMk/>
            <pc:sldMk cId="1679745678" sldId="319"/>
            <ac:spMk id="2" creationId="{88376AE8-B15D-571E-C7E0-BD33139FC387}"/>
          </ac:spMkLst>
        </pc:spChg>
        <pc:spChg chg="add">
          <ac:chgData name="Thiên Lại" userId="8d336977291b393a" providerId="LiveId" clId="{DDCE6353-21F1-415A-A706-A0A3AC2A4FA1}" dt="2026-01-10T10:10:50.125" v="9192"/>
          <ac:spMkLst>
            <pc:docMk/>
            <pc:sldMk cId="1679745678" sldId="319"/>
            <ac:spMk id="3" creationId="{1C458AEE-0E31-A76F-8398-4C9834EA748D}"/>
          </ac:spMkLst>
        </pc:spChg>
        <pc:spChg chg="mod">
          <ac:chgData name="Thiên Lại" userId="8d336977291b393a" providerId="LiveId" clId="{DDCE6353-21F1-415A-A706-A0A3AC2A4FA1}" dt="2026-01-10T10:11:09.780" v="9205" actId="113"/>
          <ac:spMkLst>
            <pc:docMk/>
            <pc:sldMk cId="1679745678" sldId="319"/>
            <ac:spMk id="288" creationId="{FB6E2EFE-9031-2C33-EBCA-44D0D0445540}"/>
          </ac:spMkLst>
        </pc:spChg>
      </pc:sldChg>
      <pc:sldChg chg="addSp modSp add mod">
        <pc:chgData name="Thiên Lại" userId="8d336977291b393a" providerId="LiveId" clId="{DDCE6353-21F1-415A-A706-A0A3AC2A4FA1}" dt="2026-01-10T10:17:07.835" v="9259" actId="20577"/>
        <pc:sldMkLst>
          <pc:docMk/>
          <pc:sldMk cId="3056935883" sldId="320"/>
        </pc:sldMkLst>
        <pc:spChg chg="add">
          <ac:chgData name="Thiên Lại" userId="8d336977291b393a" providerId="LiveId" clId="{DDCE6353-21F1-415A-A706-A0A3AC2A4FA1}" dt="2026-01-10T10:16:06.427" v="9213"/>
          <ac:spMkLst>
            <pc:docMk/>
            <pc:sldMk cId="3056935883" sldId="320"/>
            <ac:spMk id="2" creationId="{9197CCE6-F80B-3799-93B1-49D90A7365B9}"/>
          </ac:spMkLst>
        </pc:spChg>
        <pc:spChg chg="add">
          <ac:chgData name="Thiên Lại" userId="8d336977291b393a" providerId="LiveId" clId="{DDCE6353-21F1-415A-A706-A0A3AC2A4FA1}" dt="2026-01-10T10:16:10.175" v="9215"/>
          <ac:spMkLst>
            <pc:docMk/>
            <pc:sldMk cId="3056935883" sldId="320"/>
            <ac:spMk id="3" creationId="{CD4AFE53-EA95-68C2-9403-32BD753580CB}"/>
          </ac:spMkLst>
        </pc:spChg>
        <pc:spChg chg="mod">
          <ac:chgData name="Thiên Lại" userId="8d336977291b393a" providerId="LiveId" clId="{DDCE6353-21F1-415A-A706-A0A3AC2A4FA1}" dt="2026-01-10T10:17:07.835" v="9259" actId="20577"/>
          <ac:spMkLst>
            <pc:docMk/>
            <pc:sldMk cId="3056935883" sldId="320"/>
            <ac:spMk id="288" creationId="{213E5722-09BC-6D03-E95F-C6AA6D5EA44F}"/>
          </ac:spMkLst>
        </pc:spChg>
      </pc:sldChg>
      <pc:sldChg chg="addSp delSp modSp add del mod ord">
        <pc:chgData name="Thiên Lại" userId="8d336977291b393a" providerId="LiveId" clId="{DDCE6353-21F1-415A-A706-A0A3AC2A4FA1}" dt="2026-01-10T10:22:18.520" v="9351"/>
        <pc:sldMkLst>
          <pc:docMk/>
          <pc:sldMk cId="3839467209" sldId="321"/>
        </pc:sldMkLst>
        <pc:spChg chg="mod modCrop">
          <ac:chgData name="Thiên Lại" userId="8d336977291b393a" providerId="LiveId" clId="{DDCE6353-21F1-415A-A706-A0A3AC2A4FA1}" dt="2026-01-10T10:22:17.708" v="9346" actId="18613"/>
          <ac:spMkLst>
            <pc:docMk/>
            <pc:sldMk cId="3839467209" sldId="321"/>
            <ac:spMk id="346" creationId="{2BC7FF3D-CCC7-BD93-1DEB-05578EC00CDA}"/>
          </ac:spMkLst>
        </pc:spChg>
        <pc:spChg chg="add del">
          <ac:chgData name="Thiên Lại" userId="8d336977291b393a" providerId="LiveId" clId="{DDCE6353-21F1-415A-A706-A0A3AC2A4FA1}" dt="2026-01-10T10:22:18.174" v="9349" actId="478"/>
          <ac:spMkLst>
            <pc:docMk/>
            <pc:sldMk cId="3839467209" sldId="321"/>
            <ac:spMk id="347" creationId="{1D3F6DAD-69EE-752F-A996-717A210EC529}"/>
          </ac:spMkLst>
        </pc:spChg>
        <pc:spChg chg="add del">
          <ac:chgData name="Thiên Lại" userId="8d336977291b393a" providerId="LiveId" clId="{DDCE6353-21F1-415A-A706-A0A3AC2A4FA1}" dt="2026-01-10T10:22:17.979" v="9348" actId="478"/>
          <ac:spMkLst>
            <pc:docMk/>
            <pc:sldMk cId="3839467209" sldId="321"/>
            <ac:spMk id="379" creationId="{58F6BF1F-4B1F-907E-6B78-3D2ABCEC8FC4}"/>
          </ac:spMkLst>
        </pc:spChg>
        <pc:spChg chg="add del">
          <ac:chgData name="Thiên Lại" userId="8d336977291b393a" providerId="LiveId" clId="{DDCE6353-21F1-415A-A706-A0A3AC2A4FA1}" dt="2026-01-10T10:22:17.846" v="9347" actId="478"/>
          <ac:spMkLst>
            <pc:docMk/>
            <pc:sldMk cId="3839467209" sldId="321"/>
            <ac:spMk id="380" creationId="{C045E7C4-A611-86BA-E56A-13BB587CC543}"/>
          </ac:spMkLst>
        </pc:spChg>
      </pc:sldChg>
      <pc:sldMasterChg chg="modSp mod setBg modSldLayout">
        <pc:chgData name="Thiên Lại" userId="8d336977291b393a" providerId="LiveId" clId="{DDCE6353-21F1-415A-A706-A0A3AC2A4FA1}" dt="2026-01-10T06:21:47.908" v="5808"/>
        <pc:sldMasterMkLst>
          <pc:docMk/>
          <pc:sldMasterMk cId="848342020" sldId="2147483648"/>
        </pc:sldMasterMkLst>
        <pc:spChg chg="mod">
          <ac:chgData name="Thiên Lại" userId="8d336977291b393a" providerId="LiveId" clId="{DDCE6353-21F1-415A-A706-A0A3AC2A4FA1}" dt="2026-01-10T06:21:20.253" v="5806" actId="255"/>
          <ac:spMkLst>
            <pc:docMk/>
            <pc:sldMasterMk cId="848342020" sldId="2147483648"/>
            <ac:spMk id="6" creationId="{1FEDB623-0ECC-C303-CA65-9561EB841D0B}"/>
          </ac:spMkLst>
        </pc:sp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2906169813" sldId="2147483649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992483480" sldId="2147483650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3907808129" sldId="2147483651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730585667" sldId="2147483652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1566681503" sldId="2147483653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3820595222" sldId="2147483654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1649836570" sldId="2147483655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2841673426" sldId="2147483656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3929568349" sldId="2147483657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3020222200" sldId="2147483658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629551896" sldId="2147483659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1632067073" sldId="2147483660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366874400" sldId="2147483661"/>
          </pc:sldLayoutMkLst>
        </pc:sldLayoutChg>
        <pc:sldLayoutChg chg="setBg">
          <pc:chgData name="Thiên Lại" userId="8d336977291b393a" providerId="LiveId" clId="{DDCE6353-21F1-415A-A706-A0A3AC2A4FA1}" dt="2026-01-10T06:21:47.908" v="5808"/>
          <pc:sldLayoutMkLst>
            <pc:docMk/>
            <pc:sldMasterMk cId="848342020" sldId="2147483648"/>
            <pc:sldLayoutMk cId="2077996047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91B68-2F82-429A-B87A-FBB17C69DA2A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49C71-F988-4A9E-A2D5-549BF353C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0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49C71-F988-4A9E-A2D5-549BF353C4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41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49C71-F988-4A9E-A2D5-549BF353C4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04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48177-CD9C-0E8B-53AD-985CC06D1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E1BF-F1EF-9312-EBE6-4FFE778DA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ACE8D-806F-AC89-FC3A-07BC421D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0370A-3D91-446B-018A-EAD842395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48210-5017-CE31-B678-77714635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6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FF49-2B38-6847-7D02-0FFBFF0D7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ACB7-3CE8-5110-3CA0-945B26DA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34B0F-1642-2078-518A-49D85941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C5AF4-2738-BCD8-0AE7-3F31D36E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794CC-D64C-00EB-F095-ADCDA218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8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AE83-09B1-ED4D-7C47-427C0FDD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C8E56-5153-4683-2599-B3146A7BA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2A2C6-0A4F-F7B6-072D-97DDC075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A33A-3D4C-EF12-F3BF-341529D5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6F8C7-BE26-3D97-9BAB-A4986EB3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0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E5D3-4F53-65B0-4A4D-71D27C2D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B2B9A-B609-0025-3AF3-1ACE1870A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75269-1F6B-2E38-D7D6-F42D8B0A5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88270-42E2-237A-909A-058C0C13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00C0B-0F84-4C15-64BE-220FDD78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811EE-1B6B-94C9-1C84-11BF6E031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8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B024-ECD9-F0D6-667C-6338768A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38B62-EF80-D15E-7DBC-C00C1EE90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76CBF-7701-00FB-AE57-EF5E400A3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8B099-F80B-362D-5AD0-337650F09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9E917-C64C-C46D-C8C3-17BD675DA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858DC-5CC4-F329-C6A2-F9DF6660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FB1BD-DAB9-C244-1F95-4216010C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2FD27D-78ED-92F4-5125-EAB17D49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8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6446-2E00-72CC-7E3A-DC307914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B7BC5-2976-9339-93E2-37B42C0B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6BAF0-136E-0E10-C1B5-7736A556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CFD46-6A91-A3A2-F46F-EFDDDCEE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9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4E601-69C0-2BE2-6893-5807C313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576D7-43AE-1BEE-374B-6E4C6F403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B9D04-3E47-5EF3-3019-191A7407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3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C186-5BF8-5EAD-5D0A-0CB4592D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5414-425C-FDE2-DF0E-D84D12879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8A279-7195-003B-8B76-5A9BA0DEA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6CED6-66D6-160A-E654-B3943AD5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40EA7-0631-1A00-9650-2FD2CA91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8D635-2411-CE5C-BF85-B04460BF0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7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450ED-CEC7-3089-3AD0-B0BBC2F63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93B9FD-5F4E-AC5D-284A-16D8DE8E0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4EC89-6A64-10D5-2F17-4A7504547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BBBAD-9BEC-1CB3-336C-7AFA3F8A8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05572-92F7-8C50-D8AF-4636FAFD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9C514-3EA9-8C78-5ABD-1C1A4600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68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1B66-64F7-DC5B-C594-329FFAA7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AB080-C01A-8314-2604-9401D1BDA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13BA4-1AD4-4E64-CACF-F7782067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61669-7E1A-367F-D359-3948F077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7529F-DBCB-F979-E91E-8AC281F1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2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20D178-3F64-8927-8C40-C288099EB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1CBC0-091A-31C1-25F0-66C9F79DB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D098C-1D59-44FE-2DEF-A4EF8DC5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92CD6-0A25-E77D-41E0-5F63B4D2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74864-71FC-9363-7656-1C8F4285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9C03-4269-407E-B744-3EB8F02C8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51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35000" y="1066800"/>
            <a:ext cx="10922000" cy="508000"/>
          </a:xfrm>
          <a:prstGeom prst="rect">
            <a:avLst/>
          </a:prstGeom>
        </p:spPr>
        <p:txBody>
          <a:bodyPr/>
          <a:lstStyle>
            <a:lvl1pPr marL="0" indent="0" algn="ctr" defTabSz="412750">
              <a:spcBef>
                <a:spcPts val="0"/>
              </a:spcBef>
              <a:buClrTx/>
              <a:buSzTx/>
              <a:buNone/>
              <a:defRPr sz="27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206707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BFE7E-24F9-ACE3-A964-5C3C2D18F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ABAFB-2E0E-3139-972B-188D14309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11436-B6D4-B36A-CC96-F14FAF1C3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AB840-E6F3-4660-B477-2D44BD84BF20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CC834-B4EA-AE0E-839B-8FC7628E6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B623-0ECC-C303-CA65-9561EB841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fld id="{9B269C03-4269-407E-B744-3EB8F02C873C}" type="slidenum">
              <a:rPr lang="en-US" smtClean="0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48342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FF70-94BA-D33F-9C97-D4D1855E1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8537136-9CCD-0125-F065-98504F27AC61}"/>
              </a:ext>
            </a:extLst>
          </p:cNvPr>
          <p:cNvGrpSpPr/>
          <p:nvPr/>
        </p:nvGrpSpPr>
        <p:grpSpPr>
          <a:xfrm>
            <a:off x="8154796" y="196215"/>
            <a:ext cx="3166607" cy="6473952"/>
            <a:chOff x="8155056" y="192024"/>
            <a:chExt cx="3166607" cy="6473952"/>
          </a:xfrm>
        </p:grpSpPr>
        <p:pic>
          <p:nvPicPr>
            <p:cNvPr id="131" name="IMG_BCC7DD4F783B-1.jpeg">
              <a:extLst>
                <a:ext uri="{FF2B5EF4-FFF2-40B4-BE49-F238E27FC236}">
                  <a16:creationId xmlns:a16="http://schemas.microsoft.com/office/drawing/2014/main" id="{494A1BDE-3281-BABA-C8FD-D7D408792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" b="14"/>
            <a:stretch/>
          </p:blipFill>
          <p:spPr>
            <a:xfrm>
              <a:off x="8320910" y="348615"/>
              <a:ext cx="2834640" cy="6160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1" y="0"/>
                  </a:moveTo>
                  <a:cubicBezTo>
                    <a:pt x="3229" y="0"/>
                    <a:pt x="2425" y="0"/>
                    <a:pt x="1889" y="104"/>
                  </a:cubicBezTo>
                  <a:cubicBezTo>
                    <a:pt x="1115" y="234"/>
                    <a:pt x="506" y="516"/>
                    <a:pt x="225" y="873"/>
                  </a:cubicBezTo>
                  <a:cubicBezTo>
                    <a:pt x="1" y="1122"/>
                    <a:pt x="0" y="1493"/>
                    <a:pt x="0" y="2114"/>
                  </a:cubicBezTo>
                  <a:lnTo>
                    <a:pt x="0" y="19486"/>
                  </a:lnTo>
                  <a:cubicBezTo>
                    <a:pt x="0" y="20107"/>
                    <a:pt x="1" y="20478"/>
                    <a:pt x="225" y="20727"/>
                  </a:cubicBezTo>
                  <a:cubicBezTo>
                    <a:pt x="506" y="21084"/>
                    <a:pt x="1115" y="21366"/>
                    <a:pt x="1889" y="21496"/>
                  </a:cubicBezTo>
                  <a:cubicBezTo>
                    <a:pt x="2425" y="21600"/>
                    <a:pt x="3229" y="21600"/>
                    <a:pt x="4571" y="21600"/>
                  </a:cubicBezTo>
                  <a:lnTo>
                    <a:pt x="17027" y="21600"/>
                  </a:lnTo>
                  <a:cubicBezTo>
                    <a:pt x="18369" y="21600"/>
                    <a:pt x="19175" y="21600"/>
                    <a:pt x="19711" y="21496"/>
                  </a:cubicBezTo>
                  <a:cubicBezTo>
                    <a:pt x="20485" y="21366"/>
                    <a:pt x="21094" y="21084"/>
                    <a:pt x="21375" y="20727"/>
                  </a:cubicBezTo>
                  <a:cubicBezTo>
                    <a:pt x="21599" y="20478"/>
                    <a:pt x="21600" y="20107"/>
                    <a:pt x="21600" y="19486"/>
                  </a:cubicBezTo>
                  <a:lnTo>
                    <a:pt x="21600" y="2114"/>
                  </a:lnTo>
                  <a:cubicBezTo>
                    <a:pt x="21600" y="1493"/>
                    <a:pt x="21599" y="1122"/>
                    <a:pt x="21375" y="873"/>
                  </a:cubicBezTo>
                  <a:cubicBezTo>
                    <a:pt x="21094" y="516"/>
                    <a:pt x="20485" y="234"/>
                    <a:pt x="19711" y="104"/>
                  </a:cubicBezTo>
                  <a:cubicBezTo>
                    <a:pt x="19175" y="0"/>
                    <a:pt x="18369" y="0"/>
                    <a:pt x="17027" y="0"/>
                  </a:cubicBezTo>
                  <a:lnTo>
                    <a:pt x="4571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532DCBDA-1EA1-3B74-85D6-3C8A6380B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5056" y="192024"/>
              <a:ext cx="3166607" cy="6473952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02B3071-A332-9E3E-7158-FB94C1996042}"/>
              </a:ext>
            </a:extLst>
          </p:cNvPr>
          <p:cNvGrpSpPr/>
          <p:nvPr/>
        </p:nvGrpSpPr>
        <p:grpSpPr>
          <a:xfrm>
            <a:off x="870336" y="192024"/>
            <a:ext cx="3166607" cy="6473952"/>
            <a:chOff x="870336" y="192024"/>
            <a:chExt cx="3166607" cy="6473952"/>
          </a:xfrm>
        </p:grpSpPr>
        <p:pic>
          <p:nvPicPr>
            <p:cNvPr id="43" name="IMG_BCC7DD4F783B-1.jpeg">
              <a:extLst>
                <a:ext uri="{FF2B5EF4-FFF2-40B4-BE49-F238E27FC236}">
                  <a16:creationId xmlns:a16="http://schemas.microsoft.com/office/drawing/2014/main" id="{3CC8EB01-DF72-C142-9C4A-7F76195B7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0" b="230"/>
            <a:stretch/>
          </p:blipFill>
          <p:spPr>
            <a:xfrm>
              <a:off x="1036190" y="348615"/>
              <a:ext cx="2834640" cy="6160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1" y="0"/>
                  </a:moveTo>
                  <a:cubicBezTo>
                    <a:pt x="3229" y="0"/>
                    <a:pt x="2425" y="0"/>
                    <a:pt x="1889" y="104"/>
                  </a:cubicBezTo>
                  <a:cubicBezTo>
                    <a:pt x="1115" y="234"/>
                    <a:pt x="506" y="516"/>
                    <a:pt x="225" y="873"/>
                  </a:cubicBezTo>
                  <a:cubicBezTo>
                    <a:pt x="1" y="1122"/>
                    <a:pt x="0" y="1493"/>
                    <a:pt x="0" y="2114"/>
                  </a:cubicBezTo>
                  <a:lnTo>
                    <a:pt x="0" y="19486"/>
                  </a:lnTo>
                  <a:cubicBezTo>
                    <a:pt x="0" y="20107"/>
                    <a:pt x="1" y="20478"/>
                    <a:pt x="225" y="20727"/>
                  </a:cubicBezTo>
                  <a:cubicBezTo>
                    <a:pt x="506" y="21084"/>
                    <a:pt x="1115" y="21366"/>
                    <a:pt x="1889" y="21496"/>
                  </a:cubicBezTo>
                  <a:cubicBezTo>
                    <a:pt x="2425" y="21600"/>
                    <a:pt x="3229" y="21600"/>
                    <a:pt x="4571" y="21600"/>
                  </a:cubicBezTo>
                  <a:lnTo>
                    <a:pt x="17027" y="21600"/>
                  </a:lnTo>
                  <a:cubicBezTo>
                    <a:pt x="18369" y="21600"/>
                    <a:pt x="19175" y="21600"/>
                    <a:pt x="19711" y="21496"/>
                  </a:cubicBezTo>
                  <a:cubicBezTo>
                    <a:pt x="20485" y="21366"/>
                    <a:pt x="21094" y="21084"/>
                    <a:pt x="21375" y="20727"/>
                  </a:cubicBezTo>
                  <a:cubicBezTo>
                    <a:pt x="21599" y="20478"/>
                    <a:pt x="21600" y="20107"/>
                    <a:pt x="21600" y="19486"/>
                  </a:cubicBezTo>
                  <a:lnTo>
                    <a:pt x="21600" y="2114"/>
                  </a:lnTo>
                  <a:cubicBezTo>
                    <a:pt x="21600" y="1493"/>
                    <a:pt x="21599" y="1122"/>
                    <a:pt x="21375" y="873"/>
                  </a:cubicBezTo>
                  <a:cubicBezTo>
                    <a:pt x="21094" y="516"/>
                    <a:pt x="20485" y="234"/>
                    <a:pt x="19711" y="104"/>
                  </a:cubicBezTo>
                  <a:cubicBezTo>
                    <a:pt x="19175" y="0"/>
                    <a:pt x="18369" y="0"/>
                    <a:pt x="17027" y="0"/>
                  </a:cubicBezTo>
                  <a:lnTo>
                    <a:pt x="4571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8C48992-C89A-3173-BFFE-CCFDB562A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336" y="192024"/>
              <a:ext cx="3166607" cy="6473952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768F0F0-2C9C-EFC1-8D4F-7ED22151C791}"/>
              </a:ext>
            </a:extLst>
          </p:cNvPr>
          <p:cNvGrpSpPr/>
          <p:nvPr/>
        </p:nvGrpSpPr>
        <p:grpSpPr>
          <a:xfrm>
            <a:off x="4512696" y="187833"/>
            <a:ext cx="3166607" cy="6473952"/>
            <a:chOff x="870336" y="192024"/>
            <a:chExt cx="3166607" cy="6473952"/>
          </a:xfrm>
        </p:grpSpPr>
        <p:pic>
          <p:nvPicPr>
            <p:cNvPr id="58" name="IMG_BCC7DD4F783B-1.jpeg">
              <a:extLst>
                <a:ext uri="{FF2B5EF4-FFF2-40B4-BE49-F238E27FC236}">
                  <a16:creationId xmlns:a16="http://schemas.microsoft.com/office/drawing/2014/main" id="{F3D02880-C54A-B520-A405-052932F13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" b="14"/>
            <a:stretch/>
          </p:blipFill>
          <p:spPr>
            <a:xfrm>
              <a:off x="1036190" y="348615"/>
              <a:ext cx="2834640" cy="6160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1" y="0"/>
                  </a:moveTo>
                  <a:cubicBezTo>
                    <a:pt x="3229" y="0"/>
                    <a:pt x="2425" y="0"/>
                    <a:pt x="1889" y="104"/>
                  </a:cubicBezTo>
                  <a:cubicBezTo>
                    <a:pt x="1115" y="234"/>
                    <a:pt x="506" y="516"/>
                    <a:pt x="225" y="873"/>
                  </a:cubicBezTo>
                  <a:cubicBezTo>
                    <a:pt x="1" y="1122"/>
                    <a:pt x="0" y="1493"/>
                    <a:pt x="0" y="2114"/>
                  </a:cubicBezTo>
                  <a:lnTo>
                    <a:pt x="0" y="19486"/>
                  </a:lnTo>
                  <a:cubicBezTo>
                    <a:pt x="0" y="20107"/>
                    <a:pt x="1" y="20478"/>
                    <a:pt x="225" y="20727"/>
                  </a:cubicBezTo>
                  <a:cubicBezTo>
                    <a:pt x="506" y="21084"/>
                    <a:pt x="1115" y="21366"/>
                    <a:pt x="1889" y="21496"/>
                  </a:cubicBezTo>
                  <a:cubicBezTo>
                    <a:pt x="2425" y="21600"/>
                    <a:pt x="3229" y="21600"/>
                    <a:pt x="4571" y="21600"/>
                  </a:cubicBezTo>
                  <a:lnTo>
                    <a:pt x="17027" y="21600"/>
                  </a:lnTo>
                  <a:cubicBezTo>
                    <a:pt x="18369" y="21600"/>
                    <a:pt x="19175" y="21600"/>
                    <a:pt x="19711" y="21496"/>
                  </a:cubicBezTo>
                  <a:cubicBezTo>
                    <a:pt x="20485" y="21366"/>
                    <a:pt x="21094" y="21084"/>
                    <a:pt x="21375" y="20727"/>
                  </a:cubicBezTo>
                  <a:cubicBezTo>
                    <a:pt x="21599" y="20478"/>
                    <a:pt x="21600" y="20107"/>
                    <a:pt x="21600" y="19486"/>
                  </a:cubicBezTo>
                  <a:lnTo>
                    <a:pt x="21600" y="2114"/>
                  </a:lnTo>
                  <a:cubicBezTo>
                    <a:pt x="21600" y="1493"/>
                    <a:pt x="21599" y="1122"/>
                    <a:pt x="21375" y="873"/>
                  </a:cubicBezTo>
                  <a:cubicBezTo>
                    <a:pt x="21094" y="516"/>
                    <a:pt x="20485" y="234"/>
                    <a:pt x="19711" y="104"/>
                  </a:cubicBezTo>
                  <a:cubicBezTo>
                    <a:pt x="19175" y="0"/>
                    <a:pt x="18369" y="0"/>
                    <a:pt x="17027" y="0"/>
                  </a:cubicBezTo>
                  <a:lnTo>
                    <a:pt x="4571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06FEC1AB-ADDD-8220-CD68-CBB38D634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336" y="192024"/>
              <a:ext cx="3166607" cy="6473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9434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243F-DB16-C53C-1AA2-D7487EBD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C5F7568-757A-76CA-5159-AE919E863401}"/>
              </a:ext>
            </a:extLst>
          </p:cNvPr>
          <p:cNvGrpSpPr/>
          <p:nvPr/>
        </p:nvGrpSpPr>
        <p:grpSpPr>
          <a:xfrm>
            <a:off x="4512696" y="192024"/>
            <a:ext cx="3166607" cy="6473952"/>
            <a:chOff x="4512696" y="192024"/>
            <a:chExt cx="3166607" cy="6473952"/>
          </a:xfrm>
        </p:grpSpPr>
        <p:pic>
          <p:nvPicPr>
            <p:cNvPr id="17" name="IMG_BCC7DD4F783B-1.jpeg">
              <a:extLst>
                <a:ext uri="{FF2B5EF4-FFF2-40B4-BE49-F238E27FC236}">
                  <a16:creationId xmlns:a16="http://schemas.microsoft.com/office/drawing/2014/main" id="{48705DEF-73DF-6144-D861-51A46D2E2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0" b="230"/>
            <a:stretch/>
          </p:blipFill>
          <p:spPr>
            <a:xfrm>
              <a:off x="4678550" y="361950"/>
              <a:ext cx="2834640" cy="6134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1" y="0"/>
                  </a:moveTo>
                  <a:cubicBezTo>
                    <a:pt x="3229" y="0"/>
                    <a:pt x="2425" y="0"/>
                    <a:pt x="1889" y="104"/>
                  </a:cubicBezTo>
                  <a:cubicBezTo>
                    <a:pt x="1115" y="234"/>
                    <a:pt x="506" y="516"/>
                    <a:pt x="225" y="873"/>
                  </a:cubicBezTo>
                  <a:cubicBezTo>
                    <a:pt x="1" y="1122"/>
                    <a:pt x="0" y="1493"/>
                    <a:pt x="0" y="2114"/>
                  </a:cubicBezTo>
                  <a:lnTo>
                    <a:pt x="0" y="19486"/>
                  </a:lnTo>
                  <a:cubicBezTo>
                    <a:pt x="0" y="20107"/>
                    <a:pt x="1" y="20478"/>
                    <a:pt x="225" y="20727"/>
                  </a:cubicBezTo>
                  <a:cubicBezTo>
                    <a:pt x="506" y="21084"/>
                    <a:pt x="1115" y="21366"/>
                    <a:pt x="1889" y="21496"/>
                  </a:cubicBezTo>
                  <a:cubicBezTo>
                    <a:pt x="2425" y="21600"/>
                    <a:pt x="3229" y="21600"/>
                    <a:pt x="4571" y="21600"/>
                  </a:cubicBezTo>
                  <a:lnTo>
                    <a:pt x="17027" y="21600"/>
                  </a:lnTo>
                  <a:cubicBezTo>
                    <a:pt x="18369" y="21600"/>
                    <a:pt x="19175" y="21600"/>
                    <a:pt x="19711" y="21496"/>
                  </a:cubicBezTo>
                  <a:cubicBezTo>
                    <a:pt x="20485" y="21366"/>
                    <a:pt x="21094" y="21084"/>
                    <a:pt x="21375" y="20727"/>
                  </a:cubicBezTo>
                  <a:cubicBezTo>
                    <a:pt x="21599" y="20478"/>
                    <a:pt x="21600" y="20107"/>
                    <a:pt x="21600" y="19486"/>
                  </a:cubicBezTo>
                  <a:lnTo>
                    <a:pt x="21600" y="2114"/>
                  </a:lnTo>
                  <a:cubicBezTo>
                    <a:pt x="21600" y="1493"/>
                    <a:pt x="21599" y="1122"/>
                    <a:pt x="21375" y="873"/>
                  </a:cubicBezTo>
                  <a:cubicBezTo>
                    <a:pt x="21094" y="516"/>
                    <a:pt x="20485" y="234"/>
                    <a:pt x="19711" y="104"/>
                  </a:cubicBezTo>
                  <a:cubicBezTo>
                    <a:pt x="19175" y="0"/>
                    <a:pt x="18369" y="0"/>
                    <a:pt x="17027" y="0"/>
                  </a:cubicBezTo>
                  <a:lnTo>
                    <a:pt x="4571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9AF1965-E745-E02B-D111-F0DF413DF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2696" y="192024"/>
              <a:ext cx="3166607" cy="6473952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C029FD-E9EF-84D7-4519-7967E3652824}"/>
              </a:ext>
            </a:extLst>
          </p:cNvPr>
          <p:cNvGrpSpPr/>
          <p:nvPr/>
        </p:nvGrpSpPr>
        <p:grpSpPr>
          <a:xfrm>
            <a:off x="8203297" y="192024"/>
            <a:ext cx="3166607" cy="6473952"/>
            <a:chOff x="870336" y="192024"/>
            <a:chExt cx="3166607" cy="6473952"/>
          </a:xfrm>
        </p:grpSpPr>
        <p:pic>
          <p:nvPicPr>
            <p:cNvPr id="10" name="IMG_BCC7DD4F783B-1.jpeg">
              <a:extLst>
                <a:ext uri="{FF2B5EF4-FFF2-40B4-BE49-F238E27FC236}">
                  <a16:creationId xmlns:a16="http://schemas.microsoft.com/office/drawing/2014/main" id="{9E509825-5F53-AF99-EF5A-F493CCA8F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" b="14"/>
            <a:stretch/>
          </p:blipFill>
          <p:spPr>
            <a:xfrm>
              <a:off x="1036190" y="348615"/>
              <a:ext cx="2834640" cy="6160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1" y="0"/>
                  </a:moveTo>
                  <a:cubicBezTo>
                    <a:pt x="3229" y="0"/>
                    <a:pt x="2425" y="0"/>
                    <a:pt x="1889" y="104"/>
                  </a:cubicBezTo>
                  <a:cubicBezTo>
                    <a:pt x="1115" y="234"/>
                    <a:pt x="506" y="516"/>
                    <a:pt x="225" y="873"/>
                  </a:cubicBezTo>
                  <a:cubicBezTo>
                    <a:pt x="1" y="1122"/>
                    <a:pt x="0" y="1493"/>
                    <a:pt x="0" y="2114"/>
                  </a:cubicBezTo>
                  <a:lnTo>
                    <a:pt x="0" y="19486"/>
                  </a:lnTo>
                  <a:cubicBezTo>
                    <a:pt x="0" y="20107"/>
                    <a:pt x="1" y="20478"/>
                    <a:pt x="225" y="20727"/>
                  </a:cubicBezTo>
                  <a:cubicBezTo>
                    <a:pt x="506" y="21084"/>
                    <a:pt x="1115" y="21366"/>
                    <a:pt x="1889" y="21496"/>
                  </a:cubicBezTo>
                  <a:cubicBezTo>
                    <a:pt x="2425" y="21600"/>
                    <a:pt x="3229" y="21600"/>
                    <a:pt x="4571" y="21600"/>
                  </a:cubicBezTo>
                  <a:lnTo>
                    <a:pt x="17027" y="21600"/>
                  </a:lnTo>
                  <a:cubicBezTo>
                    <a:pt x="18369" y="21600"/>
                    <a:pt x="19175" y="21600"/>
                    <a:pt x="19711" y="21496"/>
                  </a:cubicBezTo>
                  <a:cubicBezTo>
                    <a:pt x="20485" y="21366"/>
                    <a:pt x="21094" y="21084"/>
                    <a:pt x="21375" y="20727"/>
                  </a:cubicBezTo>
                  <a:cubicBezTo>
                    <a:pt x="21599" y="20478"/>
                    <a:pt x="21600" y="20107"/>
                    <a:pt x="21600" y="19486"/>
                  </a:cubicBezTo>
                  <a:lnTo>
                    <a:pt x="21600" y="2114"/>
                  </a:lnTo>
                  <a:cubicBezTo>
                    <a:pt x="21600" y="1493"/>
                    <a:pt x="21599" y="1122"/>
                    <a:pt x="21375" y="873"/>
                  </a:cubicBezTo>
                  <a:cubicBezTo>
                    <a:pt x="21094" y="516"/>
                    <a:pt x="20485" y="234"/>
                    <a:pt x="19711" y="104"/>
                  </a:cubicBezTo>
                  <a:cubicBezTo>
                    <a:pt x="19175" y="0"/>
                    <a:pt x="18369" y="0"/>
                    <a:pt x="17027" y="0"/>
                  </a:cubicBezTo>
                  <a:lnTo>
                    <a:pt x="4571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FF42B69-E7D3-DA0A-9610-8E5E7718F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336" y="192024"/>
              <a:ext cx="3166607" cy="6473952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DCEDEFB-3CE2-E9EF-CF5D-E0DC2EE2AE11}"/>
              </a:ext>
            </a:extLst>
          </p:cNvPr>
          <p:cNvGrpSpPr/>
          <p:nvPr/>
        </p:nvGrpSpPr>
        <p:grpSpPr>
          <a:xfrm>
            <a:off x="909300" y="192024"/>
            <a:ext cx="3166607" cy="6473952"/>
            <a:chOff x="4512696" y="192024"/>
            <a:chExt cx="3166607" cy="6473952"/>
          </a:xfrm>
        </p:grpSpPr>
        <p:pic>
          <p:nvPicPr>
            <p:cNvPr id="128" name="IMG_BCC7DD4F783B-1.jpeg">
              <a:extLst>
                <a:ext uri="{FF2B5EF4-FFF2-40B4-BE49-F238E27FC236}">
                  <a16:creationId xmlns:a16="http://schemas.microsoft.com/office/drawing/2014/main" id="{10DF9148-DC16-E9E7-04C7-9C23E84A2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0" b="230"/>
            <a:stretch/>
          </p:blipFill>
          <p:spPr>
            <a:xfrm>
              <a:off x="4678550" y="361950"/>
              <a:ext cx="2834640" cy="6134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1" y="0"/>
                  </a:moveTo>
                  <a:cubicBezTo>
                    <a:pt x="3229" y="0"/>
                    <a:pt x="2425" y="0"/>
                    <a:pt x="1889" y="104"/>
                  </a:cubicBezTo>
                  <a:cubicBezTo>
                    <a:pt x="1115" y="234"/>
                    <a:pt x="506" y="516"/>
                    <a:pt x="225" y="873"/>
                  </a:cubicBezTo>
                  <a:cubicBezTo>
                    <a:pt x="1" y="1122"/>
                    <a:pt x="0" y="1493"/>
                    <a:pt x="0" y="2114"/>
                  </a:cubicBezTo>
                  <a:lnTo>
                    <a:pt x="0" y="19486"/>
                  </a:lnTo>
                  <a:cubicBezTo>
                    <a:pt x="0" y="20107"/>
                    <a:pt x="1" y="20478"/>
                    <a:pt x="225" y="20727"/>
                  </a:cubicBezTo>
                  <a:cubicBezTo>
                    <a:pt x="506" y="21084"/>
                    <a:pt x="1115" y="21366"/>
                    <a:pt x="1889" y="21496"/>
                  </a:cubicBezTo>
                  <a:cubicBezTo>
                    <a:pt x="2425" y="21600"/>
                    <a:pt x="3229" y="21600"/>
                    <a:pt x="4571" y="21600"/>
                  </a:cubicBezTo>
                  <a:lnTo>
                    <a:pt x="17027" y="21600"/>
                  </a:lnTo>
                  <a:cubicBezTo>
                    <a:pt x="18369" y="21600"/>
                    <a:pt x="19175" y="21600"/>
                    <a:pt x="19711" y="21496"/>
                  </a:cubicBezTo>
                  <a:cubicBezTo>
                    <a:pt x="20485" y="21366"/>
                    <a:pt x="21094" y="21084"/>
                    <a:pt x="21375" y="20727"/>
                  </a:cubicBezTo>
                  <a:cubicBezTo>
                    <a:pt x="21599" y="20478"/>
                    <a:pt x="21600" y="20107"/>
                    <a:pt x="21600" y="19486"/>
                  </a:cubicBezTo>
                  <a:lnTo>
                    <a:pt x="21600" y="2114"/>
                  </a:lnTo>
                  <a:cubicBezTo>
                    <a:pt x="21600" y="1493"/>
                    <a:pt x="21599" y="1122"/>
                    <a:pt x="21375" y="873"/>
                  </a:cubicBezTo>
                  <a:cubicBezTo>
                    <a:pt x="21094" y="516"/>
                    <a:pt x="20485" y="234"/>
                    <a:pt x="19711" y="104"/>
                  </a:cubicBezTo>
                  <a:cubicBezTo>
                    <a:pt x="19175" y="0"/>
                    <a:pt x="18369" y="0"/>
                    <a:pt x="17027" y="0"/>
                  </a:cubicBezTo>
                  <a:lnTo>
                    <a:pt x="4571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788E8405-E29A-5FE9-E9B0-D60762C9B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2696" y="192024"/>
              <a:ext cx="3166607" cy="6473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3123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9B819-B929-E58E-C8F5-9D34093A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9F41D69-9A63-07A0-5B1F-8F4E151AF9A1}"/>
              </a:ext>
            </a:extLst>
          </p:cNvPr>
          <p:cNvGrpSpPr/>
          <p:nvPr/>
        </p:nvGrpSpPr>
        <p:grpSpPr>
          <a:xfrm>
            <a:off x="2685819" y="192024"/>
            <a:ext cx="6820362" cy="6473952"/>
            <a:chOff x="2435418" y="192024"/>
            <a:chExt cx="6820362" cy="647395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A7397C6-41FD-7BE3-589E-0DCD88254985}"/>
                </a:ext>
              </a:extLst>
            </p:cNvPr>
            <p:cNvGrpSpPr/>
            <p:nvPr/>
          </p:nvGrpSpPr>
          <p:grpSpPr>
            <a:xfrm>
              <a:off x="2435418" y="192024"/>
              <a:ext cx="3166607" cy="6473952"/>
              <a:chOff x="8155056" y="192024"/>
              <a:chExt cx="3166607" cy="6473952"/>
            </a:xfrm>
          </p:grpSpPr>
          <p:pic>
            <p:nvPicPr>
              <p:cNvPr id="3" name="IMG_BCC7DD4F783B-1.jpeg">
                <a:extLst>
                  <a:ext uri="{FF2B5EF4-FFF2-40B4-BE49-F238E27FC236}">
                    <a16:creationId xmlns:a16="http://schemas.microsoft.com/office/drawing/2014/main" id="{448AC5CD-DD8D-6544-F820-FB2225016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" b="14"/>
              <a:stretch/>
            </p:blipFill>
            <p:spPr>
              <a:xfrm>
                <a:off x="8320910" y="348615"/>
                <a:ext cx="2834640" cy="61607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71" y="0"/>
                    </a:moveTo>
                    <a:cubicBezTo>
                      <a:pt x="3229" y="0"/>
                      <a:pt x="2425" y="0"/>
                      <a:pt x="1889" y="104"/>
                    </a:cubicBezTo>
                    <a:cubicBezTo>
                      <a:pt x="1115" y="234"/>
                      <a:pt x="506" y="516"/>
                      <a:pt x="225" y="873"/>
                    </a:cubicBezTo>
                    <a:cubicBezTo>
                      <a:pt x="1" y="1122"/>
                      <a:pt x="0" y="1493"/>
                      <a:pt x="0" y="2114"/>
                    </a:cubicBezTo>
                    <a:lnTo>
                      <a:pt x="0" y="19486"/>
                    </a:lnTo>
                    <a:cubicBezTo>
                      <a:pt x="0" y="20107"/>
                      <a:pt x="1" y="20478"/>
                      <a:pt x="225" y="20727"/>
                    </a:cubicBezTo>
                    <a:cubicBezTo>
                      <a:pt x="506" y="21084"/>
                      <a:pt x="1115" y="21366"/>
                      <a:pt x="1889" y="21496"/>
                    </a:cubicBezTo>
                    <a:cubicBezTo>
                      <a:pt x="2425" y="21600"/>
                      <a:pt x="3229" y="21600"/>
                      <a:pt x="4571" y="21600"/>
                    </a:cubicBezTo>
                    <a:lnTo>
                      <a:pt x="17027" y="21600"/>
                    </a:lnTo>
                    <a:cubicBezTo>
                      <a:pt x="18369" y="21600"/>
                      <a:pt x="19175" y="21600"/>
                      <a:pt x="19711" y="21496"/>
                    </a:cubicBezTo>
                    <a:cubicBezTo>
                      <a:pt x="20485" y="21366"/>
                      <a:pt x="21094" y="21084"/>
                      <a:pt x="21375" y="20727"/>
                    </a:cubicBezTo>
                    <a:cubicBezTo>
                      <a:pt x="21599" y="20478"/>
                      <a:pt x="21600" y="20107"/>
                      <a:pt x="21600" y="19486"/>
                    </a:cubicBezTo>
                    <a:lnTo>
                      <a:pt x="21600" y="2114"/>
                    </a:lnTo>
                    <a:cubicBezTo>
                      <a:pt x="21600" y="1493"/>
                      <a:pt x="21599" y="1122"/>
                      <a:pt x="21375" y="873"/>
                    </a:cubicBezTo>
                    <a:cubicBezTo>
                      <a:pt x="21094" y="516"/>
                      <a:pt x="20485" y="234"/>
                      <a:pt x="19711" y="104"/>
                    </a:cubicBezTo>
                    <a:cubicBezTo>
                      <a:pt x="19175" y="0"/>
                      <a:pt x="18369" y="0"/>
                      <a:pt x="17027" y="0"/>
                    </a:cubicBezTo>
                    <a:lnTo>
                      <a:pt x="4571" y="0"/>
                    </a:ln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63559F7-CDD0-99CA-0A71-8185DD1179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5056" y="192024"/>
                <a:ext cx="3166607" cy="6473952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F515659-6E78-631D-EE2F-421A853A93D6}"/>
                </a:ext>
              </a:extLst>
            </p:cNvPr>
            <p:cNvGrpSpPr/>
            <p:nvPr/>
          </p:nvGrpSpPr>
          <p:grpSpPr>
            <a:xfrm>
              <a:off x="6089173" y="192024"/>
              <a:ext cx="3166607" cy="6473952"/>
              <a:chOff x="4512696" y="192024"/>
              <a:chExt cx="3166607" cy="6473952"/>
            </a:xfrm>
          </p:grpSpPr>
          <p:pic>
            <p:nvPicPr>
              <p:cNvPr id="24" name="IMG_BCC7DD4F783B-1.jpeg">
                <a:extLst>
                  <a:ext uri="{FF2B5EF4-FFF2-40B4-BE49-F238E27FC236}">
                    <a16:creationId xmlns:a16="http://schemas.microsoft.com/office/drawing/2014/main" id="{6690153B-B404-51EF-5ADB-6594E046F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" b="230"/>
              <a:stretch/>
            </p:blipFill>
            <p:spPr>
              <a:xfrm>
                <a:off x="4678550" y="361950"/>
                <a:ext cx="2834640" cy="61341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71" y="0"/>
                    </a:moveTo>
                    <a:cubicBezTo>
                      <a:pt x="3229" y="0"/>
                      <a:pt x="2425" y="0"/>
                      <a:pt x="1889" y="104"/>
                    </a:cubicBezTo>
                    <a:cubicBezTo>
                      <a:pt x="1115" y="234"/>
                      <a:pt x="506" y="516"/>
                      <a:pt x="225" y="873"/>
                    </a:cubicBezTo>
                    <a:cubicBezTo>
                      <a:pt x="1" y="1122"/>
                      <a:pt x="0" y="1493"/>
                      <a:pt x="0" y="2114"/>
                    </a:cubicBezTo>
                    <a:lnTo>
                      <a:pt x="0" y="19486"/>
                    </a:lnTo>
                    <a:cubicBezTo>
                      <a:pt x="0" y="20107"/>
                      <a:pt x="1" y="20478"/>
                      <a:pt x="225" y="20727"/>
                    </a:cubicBezTo>
                    <a:cubicBezTo>
                      <a:pt x="506" y="21084"/>
                      <a:pt x="1115" y="21366"/>
                      <a:pt x="1889" y="21496"/>
                    </a:cubicBezTo>
                    <a:cubicBezTo>
                      <a:pt x="2425" y="21600"/>
                      <a:pt x="3229" y="21600"/>
                      <a:pt x="4571" y="21600"/>
                    </a:cubicBezTo>
                    <a:lnTo>
                      <a:pt x="17027" y="21600"/>
                    </a:lnTo>
                    <a:cubicBezTo>
                      <a:pt x="18369" y="21600"/>
                      <a:pt x="19175" y="21600"/>
                      <a:pt x="19711" y="21496"/>
                    </a:cubicBezTo>
                    <a:cubicBezTo>
                      <a:pt x="20485" y="21366"/>
                      <a:pt x="21094" y="21084"/>
                      <a:pt x="21375" y="20727"/>
                    </a:cubicBezTo>
                    <a:cubicBezTo>
                      <a:pt x="21599" y="20478"/>
                      <a:pt x="21600" y="20107"/>
                      <a:pt x="21600" y="19486"/>
                    </a:cubicBezTo>
                    <a:lnTo>
                      <a:pt x="21600" y="2114"/>
                    </a:lnTo>
                    <a:cubicBezTo>
                      <a:pt x="21600" y="1493"/>
                      <a:pt x="21599" y="1122"/>
                      <a:pt x="21375" y="873"/>
                    </a:cubicBezTo>
                    <a:cubicBezTo>
                      <a:pt x="21094" y="516"/>
                      <a:pt x="20485" y="234"/>
                      <a:pt x="19711" y="104"/>
                    </a:cubicBezTo>
                    <a:cubicBezTo>
                      <a:pt x="19175" y="0"/>
                      <a:pt x="18369" y="0"/>
                      <a:pt x="17027" y="0"/>
                    </a:cubicBezTo>
                    <a:lnTo>
                      <a:pt x="4571" y="0"/>
                    </a:ln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A8F0E80-6242-545F-46A0-456FD15A98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12696" y="192024"/>
                <a:ext cx="3166607" cy="64739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82018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2</Words>
  <Application>Microsoft Office PowerPoint</Application>
  <PresentationFormat>Widescreen</PresentationFormat>
  <Paragraphs>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Graphik Medium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Thiên Lại</dc:creator>
  <cp:lastModifiedBy>Elio Lai</cp:lastModifiedBy>
  <cp:revision>2</cp:revision>
  <dcterms:created xsi:type="dcterms:W3CDTF">2026-01-02T09:29:21Z</dcterms:created>
  <dcterms:modified xsi:type="dcterms:W3CDTF">2026-10-14T19:17:41Z</dcterms:modified>
</cp:coreProperties>
</file>